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70" r:id="rId13"/>
    <p:sldId id="259" r:id="rId14"/>
    <p:sldId id="912" r:id="rId15"/>
    <p:sldId id="288" r:id="rId16"/>
    <p:sldId id="913" r:id="rId17"/>
    <p:sldId id="268" r:id="rId18"/>
    <p:sldId id="260" r:id="rId19"/>
    <p:sldId id="818" r:id="rId20"/>
    <p:sldId id="927" r:id="rId21"/>
    <p:sldId id="891" r:id="rId22"/>
    <p:sldId id="899" r:id="rId23"/>
    <p:sldId id="893" r:id="rId24"/>
    <p:sldId id="898" r:id="rId25"/>
    <p:sldId id="897" r:id="rId26"/>
    <p:sldId id="267" r:id="rId27"/>
    <p:sldId id="892" r:id="rId28"/>
    <p:sldId id="905" r:id="rId29"/>
    <p:sldId id="906" r:id="rId30"/>
    <p:sldId id="900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1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270.png"/><Relationship Id="rId7" Type="http://schemas.openxmlformats.org/officeDocument/2006/relationships/image" Target="../media/image1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15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2148</TotalTime>
  <Words>1078</Words>
  <Application>Microsoft Office PowerPoint</Application>
  <PresentationFormat>와이드스크린</PresentationFormat>
  <Paragraphs>164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5" baseType="lpstr">
      <vt:lpstr>Nanum Gothic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행렬과 내적은 선형변환</vt:lpstr>
      <vt:lpstr>선형변환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36</cp:revision>
  <dcterms:created xsi:type="dcterms:W3CDTF">2026-03-09T22:59:08Z</dcterms:created>
  <dcterms:modified xsi:type="dcterms:W3CDTF">2026-04-11T10:32:57Z</dcterms:modified>
</cp:coreProperties>
</file>