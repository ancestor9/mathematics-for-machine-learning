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0" r:id="rId6"/>
    <p:sldId id="304" r:id="rId7"/>
    <p:sldId id="305" r:id="rId8"/>
    <p:sldId id="307" r:id="rId9"/>
    <p:sldId id="306" r:id="rId10"/>
    <p:sldId id="388" r:id="rId11"/>
    <p:sldId id="308" r:id="rId12"/>
    <p:sldId id="312" r:id="rId13"/>
    <p:sldId id="311" r:id="rId14"/>
    <p:sldId id="309" r:id="rId15"/>
    <p:sldId id="310" r:id="rId16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1B4F-B913-2BE9-9359-92236640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04812E-3253-4341-DC46-78222B0B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AE9E0F-6313-3502-1A05-E35F3B8F3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4258E-45FA-3A7A-F9D1-024A700EB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02634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5C30-FC2E-5949-B48E-275DB0B4B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7EBCA-E8FA-9264-0E05-68DB33B45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35FA87-88FD-E3E4-A0AB-F6BEFB491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4905E-17BC-CEEB-6F2D-8A5C7B3321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9487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lus.maths.org/mathematical-datin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en-US" altLang="ko-KR" b="1" dirty="0"/>
              <a:t>Simulation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36756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Montecarlo Simulation</a:t>
            </a:r>
            <a:endParaRPr lang="ko-KR" altLang="en-US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5860" y="1484783"/>
            <a:ext cx="10873208" cy="466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이름은 도박으로 유명한 모나코의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카지노에서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결과가 확률에 의존하는 도박처럼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몬테카를로의</a:t>
            </a: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 정의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결과에 영향을 주는 불확실한 요소들을 정의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 분포 할당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각 변수가 가질 수 있는 값의 범위와 확률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정규분포 등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설정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반복 실험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컴퓨터를 이용해 무작위 값을 입력하며 수천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수만 번의 시뮬레이션을 실행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결과 분석</a:t>
            </a:r>
            <a:r>
              <a:rPr lang="en-US" altLang="ko-KR" sz="20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A560-CAC8-7DA2-E171-6514006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972" y="2533040"/>
            <a:ext cx="8566741" cy="407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10,000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라면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2084" y="2492896"/>
            <a:ext cx="5334969" cy="2966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696F-724F-26BD-9C71-E5EC7071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626646-BEA0-FB3A-7822-5F9972BD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56C07-5D3C-22AC-8A59-702C8C03FA3F}"/>
              </a:ext>
            </a:extLst>
          </p:cNvPr>
          <p:cNvSpPr txBox="1"/>
          <p:nvPr/>
        </p:nvSpPr>
        <p:spPr>
          <a:xfrm>
            <a:off x="765820" y="1196752"/>
            <a:ext cx="1123324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앞으로 인생에서 총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잠재적 파트너를 만날 수 있다고 가정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매칭되는 것이며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단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아래의 조건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번 거절한 사람에게는 다시 돌아갈 수 없음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만나는 순서는 무작위이며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가장 좋은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선택할 확률을 최대화하려면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몇 번째 사람을 선책해야 하나요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BE9C9-E7C6-D55A-BC46-CD975C3345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0093E0-2B37-39B8-6DB9-925B18522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486" y="4204126"/>
            <a:ext cx="3334215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778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5820" y="1196752"/>
            <a:ext cx="11233248" cy="23558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학급에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=100)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있는 반을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상상해 보세요.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선생님이 무작위로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뽑고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주고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다시 전체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뽑습니다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짓을 똑같이 100번 반복해서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주게 될 경우 내가 선물을 못박을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63252-33CE-8BCC-AD7B-FF64CEC0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2BE835A-B5F4-F995-40C3-C7E940E40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CA6F-D833-6140-6621-352A7531D611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결혼을 해야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0FD1C-8CA9-3906-1CAB-19D923D4C28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4791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모집단의 회귀식의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gradient(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기울기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 데이터를 생성하고 표본크기를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5, 30, 100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표본의 기울기와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MSE(Mean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Squared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Error)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평균과 분산을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72" y="3162993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261764" y="2422823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* X +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995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2324" y="4701421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693812" y="2276872"/>
            <a:ext cx="11233248" cy="36068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모델 학습의 안정성 확보”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 , Cross-Entropy, Log-loss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학습이 가능한 이유”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=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작은 샘플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CLT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없이는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batch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 없음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교차검증을 통한 모델의 평가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accuracy/loss,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 평균 등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적용으로 이  평균들은 → 정규분포 근사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 신뢰구간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통계적 비교 가능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테스트와 실험 설계의 핵심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광고 효과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추천 알고리즘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UI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개선 효과 측정  등 전부 평균 비교 문제로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덕분에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평균 차이 → 정규분포 근사 →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계산 가능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49796" y="858989"/>
            <a:ext cx="11377264" cy="97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중심극한정리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데이터는 불규칙하지만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평균은 예측 가능하다 → 그래서 학습이 가능하다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머신러닝에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접목하는 내용을 모의실험으로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EAF7-599C-1643-17BE-529CB7DB3BD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14442"/>
              </p:ext>
            </p:extLst>
          </p:nvPr>
        </p:nvGraphicFramePr>
        <p:xfrm>
          <a:off x="333772" y="1916832"/>
          <a:ext cx="11449273" cy="331236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구분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문제 상황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CLT(</a:t>
                      </a:r>
                      <a:r>
                        <a:rPr lang="ko-KR" altLang="en-US" sz="1600" dirty="0"/>
                        <a:t>중심극한정리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en-US" sz="1600" dirty="0"/>
                        <a:t> </a:t>
                      </a:r>
                      <a:r>
                        <a:rPr lang="ko-KR" altLang="en-US" sz="1600" dirty="0"/>
                        <a:t>역할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결과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1. </a:t>
                      </a:r>
                      <a:r>
                        <a:rPr lang="ko-KR" altLang="en-US" sz="1600" dirty="0"/>
                        <a:t>데이터 분석 기반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분포 모름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이상치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비정규성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통계적 추론 가능 </a:t>
                      </a:r>
                      <a:endParaRPr lang="en-US" altLang="ko-KR" sz="1600" dirty="0"/>
                    </a:p>
                    <a:p>
                      <a:pPr>
                        <a:buNone/>
                      </a:pP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신뢰구간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검정</a:t>
                      </a:r>
                      <a:r>
                        <a:rPr lang="en-US" altLang="ko-KR" sz="1600" dirty="0"/>
                        <a:t>)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2. </a:t>
                      </a:r>
                      <a:r>
                        <a:rPr lang="ko-KR" altLang="en-US" sz="1600"/>
                        <a:t>모델 학습 안정성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손실값이 데이터마다 변동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손실이 안정적으로 수렴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학습 안정화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gradient descent </a:t>
                      </a:r>
                      <a:r>
                        <a:rPr lang="ko-KR" altLang="en-US" sz="1600" dirty="0"/>
                        <a:t>수렴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3. Mini-batch </a:t>
                      </a:r>
                      <a:r>
                        <a:rPr lang="ko-KR" altLang="en-US" sz="1600"/>
                        <a:t>학습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전체 데이터 사용 어려움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작은 샘플 평균이 전체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계산 효율</a:t>
                      </a:r>
                      <a:r>
                        <a:rPr lang="en-US" altLang="ko-KR" sz="1600" dirty="0"/>
                        <a:t>, GPU </a:t>
                      </a:r>
                      <a:r>
                        <a:rPr lang="ko-KR" altLang="en-US" sz="1600" dirty="0"/>
                        <a:t>활용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4. </a:t>
                      </a:r>
                      <a:r>
                        <a:rPr lang="ko-KR" altLang="en-US" sz="1600"/>
                        <a:t>모델 평가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성능 비교 불확실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성능이 정규분포 따름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신뢰구간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통계적 비교 가능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5. A/B </a:t>
                      </a:r>
                      <a:r>
                        <a:rPr lang="ko-KR" altLang="en-US" sz="1600"/>
                        <a:t>테스트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효과 차이 판단 필요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차이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p-value </a:t>
                      </a:r>
                      <a:r>
                        <a:rPr lang="ko-KR" altLang="en-US" sz="1600" dirty="0"/>
                        <a:t>기반 의사결정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713</TotalTime>
  <Words>622</Words>
  <Application>Microsoft Office PowerPoint</Application>
  <PresentationFormat>사용자 지정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1" baseType="lpstr">
      <vt:lpstr>HY그래픽M</vt:lpstr>
      <vt:lpstr>맑은 고딕</vt:lpstr>
      <vt:lpstr>휴먼모음T</vt:lpstr>
      <vt:lpstr>Arial</vt:lpstr>
      <vt:lpstr>Arial Narrow</vt:lpstr>
      <vt:lpstr>Corbel</vt:lpstr>
      <vt:lpstr>PT Sans</vt:lpstr>
      <vt:lpstr>Wingdings</vt:lpstr>
      <vt:lpstr>마케팅 16x9</vt:lpstr>
      <vt:lpstr>Simulation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51</cp:revision>
  <dcterms:created xsi:type="dcterms:W3CDTF">2024-06-03T06:10:16Z</dcterms:created>
  <dcterms:modified xsi:type="dcterms:W3CDTF">2026-03-27T08:15:26Z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