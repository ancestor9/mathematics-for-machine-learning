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2"/>
  </p:notesMasterIdLst>
  <p:handoutMasterIdLst>
    <p:handoutMasterId r:id="rId53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47" r:id="rId14"/>
    <p:sldId id="931" r:id="rId15"/>
    <p:sldId id="936" r:id="rId16"/>
    <p:sldId id="948" r:id="rId17"/>
    <p:sldId id="873" r:id="rId18"/>
    <p:sldId id="907" r:id="rId19"/>
    <p:sldId id="945" r:id="rId20"/>
    <p:sldId id="946" r:id="rId21"/>
    <p:sldId id="930" r:id="rId22"/>
    <p:sldId id="928" r:id="rId23"/>
    <p:sldId id="851" r:id="rId24"/>
    <p:sldId id="852" r:id="rId25"/>
    <p:sldId id="932" r:id="rId26"/>
    <p:sldId id="908" r:id="rId27"/>
    <p:sldId id="929" r:id="rId28"/>
    <p:sldId id="846" r:id="rId29"/>
    <p:sldId id="950" r:id="rId30"/>
    <p:sldId id="951" r:id="rId31"/>
    <p:sldId id="952" r:id="rId32"/>
    <p:sldId id="953" r:id="rId33"/>
    <p:sldId id="955" r:id="rId34"/>
    <p:sldId id="954" r:id="rId35"/>
    <p:sldId id="927" r:id="rId36"/>
    <p:sldId id="937" r:id="rId37"/>
    <p:sldId id="876" r:id="rId38"/>
    <p:sldId id="879" r:id="rId39"/>
    <p:sldId id="881" r:id="rId40"/>
    <p:sldId id="880" r:id="rId41"/>
    <p:sldId id="883" r:id="rId42"/>
    <p:sldId id="882" r:id="rId43"/>
    <p:sldId id="884" r:id="rId44"/>
    <p:sldId id="919" r:id="rId45"/>
    <p:sldId id="886" r:id="rId46"/>
    <p:sldId id="887" r:id="rId47"/>
    <p:sldId id="885" r:id="rId48"/>
    <p:sldId id="949" r:id="rId49"/>
    <p:sldId id="285" r:id="rId50"/>
    <p:sldId id="284" r:id="rId5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36"/>
            <p14:sldId id="948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50"/>
            <p14:sldId id="951"/>
            <p14:sldId id="952"/>
            <p14:sldId id="953"/>
            <p14:sldId id="955"/>
            <p14:sldId id="954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949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gi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6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3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2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64.png"/><Relationship Id="rId4" Type="http://schemas.openxmlformats.org/officeDocument/2006/relationships/image" Target="../media/image61.png"/><Relationship Id="rId9" Type="http://schemas.microsoft.com/office/2007/relationships/hdphoto" Target="../media/hdphoto6.wdp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jpeg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5E0E3B5-B9DB-A121-39C8-5D8833498C7E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034654-E34D-72B4-9948-0D515D6A8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5DBA-F2A8-999E-4B9A-98141463755C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3239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449" y="1561098"/>
            <a:ext cx="5542551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315076" y="1885936"/>
            <a:ext cx="5542552" cy="1152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782050" y="3190875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315076" y="4293243"/>
            <a:ext cx="51530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05D92-268B-DABB-1E1B-579B745C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FB1B83-62E1-C7E1-9CFC-2D400506A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F2D720-1537-1283-80A5-499D25D5663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9534738-1DEB-A03A-3137-3F79FC753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1673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27927" y="1346295"/>
            <a:ext cx="7047059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264561" y="1355820"/>
            <a:ext cx="4560425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4986" y="3174458"/>
            <a:ext cx="4177275" cy="277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891251" y="1655180"/>
            <a:ext cx="3024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dirty="0"/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424" y="2182596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22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595313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034717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3807316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3810804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18DABA5-B3D9-742F-B29A-2A3DB4697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012512"/>
              </p:ext>
            </p:extLst>
          </p:nvPr>
        </p:nvGraphicFramePr>
        <p:xfrm>
          <a:off x="6508750" y="5315161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223774"/>
              </p:ext>
            </p:extLst>
          </p:nvPr>
        </p:nvGraphicFramePr>
        <p:xfrm>
          <a:off x="9515169" y="5315161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890501"/>
              </p:ext>
            </p:extLst>
          </p:nvPr>
        </p:nvGraphicFramePr>
        <p:xfrm>
          <a:off x="7878670" y="3829607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7863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47245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7863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47975"/>
            <a:ext cx="4043315" cy="2354459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399097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399097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579916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35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44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86C36270-EFBC-B89D-7374-458A2B615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78999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1125</TotalTime>
  <Words>2726</Words>
  <Application>Microsoft Office PowerPoint</Application>
  <PresentationFormat>와이드스크린</PresentationFormat>
  <Paragraphs>374</Paragraphs>
  <Slides>50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2" baseType="lpstr">
      <vt:lpstr>D2Coding</vt:lpstr>
      <vt:lpstr>NanumGothicExtraBold</vt:lpstr>
      <vt:lpstr>맑은 고딕</vt:lpstr>
      <vt:lpstr>맑은 고딕 Semilight</vt:lpstr>
      <vt:lpstr>바탕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35</cp:revision>
  <dcterms:created xsi:type="dcterms:W3CDTF">2026-04-06T01:00:39Z</dcterms:created>
  <dcterms:modified xsi:type="dcterms:W3CDTF">2026-04-18T04:05:54Z</dcterms:modified>
  <cp:version/>
</cp:coreProperties>
</file>