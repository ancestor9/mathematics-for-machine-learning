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2"/>
  </p:notesMasterIdLst>
  <p:handoutMasterIdLst>
    <p:handoutMasterId r:id="rId53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47" r:id="rId14"/>
    <p:sldId id="931" r:id="rId15"/>
    <p:sldId id="936" r:id="rId16"/>
    <p:sldId id="948" r:id="rId17"/>
    <p:sldId id="873" r:id="rId18"/>
    <p:sldId id="907" r:id="rId19"/>
    <p:sldId id="945" r:id="rId20"/>
    <p:sldId id="946" r:id="rId21"/>
    <p:sldId id="930" r:id="rId22"/>
    <p:sldId id="928" r:id="rId23"/>
    <p:sldId id="851" r:id="rId24"/>
    <p:sldId id="852" r:id="rId25"/>
    <p:sldId id="932" r:id="rId26"/>
    <p:sldId id="908" r:id="rId27"/>
    <p:sldId id="929" r:id="rId28"/>
    <p:sldId id="846" r:id="rId29"/>
    <p:sldId id="950" r:id="rId30"/>
    <p:sldId id="951" r:id="rId31"/>
    <p:sldId id="952" r:id="rId32"/>
    <p:sldId id="953" r:id="rId33"/>
    <p:sldId id="955" r:id="rId34"/>
    <p:sldId id="954" r:id="rId35"/>
    <p:sldId id="927" r:id="rId36"/>
    <p:sldId id="937" r:id="rId37"/>
    <p:sldId id="876" r:id="rId38"/>
    <p:sldId id="879" r:id="rId39"/>
    <p:sldId id="881" r:id="rId40"/>
    <p:sldId id="880" r:id="rId41"/>
    <p:sldId id="883" r:id="rId42"/>
    <p:sldId id="882" r:id="rId43"/>
    <p:sldId id="884" r:id="rId44"/>
    <p:sldId id="919" r:id="rId45"/>
    <p:sldId id="886" r:id="rId46"/>
    <p:sldId id="887" r:id="rId47"/>
    <p:sldId id="885" r:id="rId48"/>
    <p:sldId id="949" r:id="rId49"/>
    <p:sldId id="285" r:id="rId50"/>
    <p:sldId id="284" r:id="rId5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36"/>
            <p14:sldId id="948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32"/>
            <p14:sldId id="908"/>
            <p14:sldId id="929"/>
            <p14:sldId id="846"/>
            <p14:sldId id="950"/>
            <p14:sldId id="951"/>
            <p14:sldId id="952"/>
            <p14:sldId id="953"/>
            <p14:sldId id="955"/>
            <p14:sldId id="954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949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493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gi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4.png"/><Relationship Id="rId4" Type="http://schemas.openxmlformats.org/officeDocument/2006/relationships/image" Target="../media/image6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3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6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67.png"/><Relationship Id="rId4" Type="http://schemas.openxmlformats.org/officeDocument/2006/relationships/image" Target="../media/image64.png"/><Relationship Id="rId9" Type="http://schemas.microsoft.com/office/2007/relationships/hdphoto" Target="../media/hdphoto6.wdp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jpeg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5E0E3B5-B9DB-A121-39C8-5D8833498C7E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5034654-E34D-72B4-9948-0D515D6A8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5DBA-F2A8-999E-4B9A-98141463755C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32398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449" y="1561098"/>
            <a:ext cx="5542551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315076" y="1885936"/>
            <a:ext cx="5542552" cy="11526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782050" y="3190875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315076" y="4293243"/>
            <a:ext cx="51530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05D92-268B-DABB-1E1B-579B745C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FB1B83-62E1-C7E1-9CFC-2D400506A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F2D720-1537-1283-80A5-499D25D5663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9534738-1DEB-A03A-3137-3F79FC753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1673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27927" y="1346295"/>
            <a:ext cx="7047059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264561" y="1355820"/>
            <a:ext cx="4560425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4986" y="3174458"/>
            <a:ext cx="4177275" cy="277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891251" y="1655180"/>
            <a:ext cx="3024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dirty="0"/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424" y="2182596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22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49" y="66675"/>
            <a:ext cx="1638301" cy="108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618520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74F3E-A24A-7F3D-1957-B45AA2C8AE54}"/>
              </a:ext>
            </a:extLst>
          </p:cNvPr>
          <p:cNvSpPr txBox="1"/>
          <p:nvPr/>
        </p:nvSpPr>
        <p:spPr>
          <a:xfrm>
            <a:off x="480710" y="1275218"/>
            <a:ext cx="11230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8A90D2-B4D6-7E85-0DA7-99D06EAE6434}"/>
              </a:ext>
            </a:extLst>
          </p:cNvPr>
          <p:cNvSpPr txBox="1"/>
          <p:nvPr/>
        </p:nvSpPr>
        <p:spPr>
          <a:xfrm>
            <a:off x="715182" y="2348935"/>
            <a:ext cx="5237943" cy="11695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82B8B-0565-E636-3826-C19535E49A8B}"/>
              </a:ext>
            </a:extLst>
          </p:cNvPr>
          <p:cNvSpPr txBox="1"/>
          <p:nvPr/>
        </p:nvSpPr>
        <p:spPr>
          <a:xfrm>
            <a:off x="619932" y="3588808"/>
            <a:ext cx="9667067" cy="2514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조건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endParaRPr lang="en-US" altLang="ko-KR" sz="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입력 변수와 편향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가진 선형 모델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설계하라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매 데이터 샘플마다 가중치를 업데이트하라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제곱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바탕으로 하되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코드 구현 시에는 각 샘플의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직접 비례하여 가중치를 수정하는 방식을 사용하라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하이퍼파라미터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0.01,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회로 설정하라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47245" y="479211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3617-861B-138B-AEEA-5D8CCD63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FADCDF-F73F-F93F-FE1C-E024FC90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D2FFBB3-1CF1-F533-6D52-81A24AD4860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AA3AE6-23DE-224F-9E89-6CB296B5B8F0}"/>
              </a:ext>
            </a:extLst>
          </p:cNvPr>
          <p:cNvSpPr txBox="1"/>
          <p:nvPr/>
        </p:nvSpPr>
        <p:spPr>
          <a:xfrm>
            <a:off x="953019" y="3653166"/>
            <a:ext cx="5666856" cy="22467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 =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digits.data.shape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 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 64) -&gt; 1797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샘플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64(8x8)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특성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(1797,)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 클래스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digits.target_names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    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[0 1 2 3 4 5 6 7 8 9]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A02E7A4-1487-DE0A-E28B-DBAA8D4EE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0D67E-F82B-2975-E5CC-DDA42A7BDA93}"/>
              </a:ext>
            </a:extLst>
          </p:cNvPr>
          <p:cNvSpPr txBox="1"/>
          <p:nvPr/>
        </p:nvSpPr>
        <p:spPr>
          <a:xfrm>
            <a:off x="552853" y="1313482"/>
            <a:ext cx="11086293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손글씨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이미지를 모아놓은 이미지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숫자 정답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(Label),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설명 등이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딕셔너리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숫자 이미지 샘플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크기는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8x8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계산하기 편하도록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열을 한 줄로 길게 펼쳐서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특징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만든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이미지가 실제로 어떤 숫자인지 적혀 있는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해답지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＇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이미지 개수와 똑같이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정답으로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데이터가 분류하고자 하는 범주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숫자가 타겟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5591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12B-FDDE-F80E-3CBF-3395C298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1C7D3-02D8-7E0C-670E-B1E16C28F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2F21DA0-077A-CF2A-C0FF-E5E2C42CEDF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C3BCA55C-5FC1-531A-9875-62947EBE6E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5DD72B2-9FA7-19EE-E8DA-289A366C6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113" y="1340993"/>
            <a:ext cx="5299751" cy="5188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5B67C-28D8-8F92-D5E1-DCB3CBC8BF35}"/>
              </a:ext>
            </a:extLst>
          </p:cNvPr>
          <p:cNvSpPr txBox="1"/>
          <p:nvPr/>
        </p:nvSpPr>
        <p:spPr>
          <a:xfrm>
            <a:off x="6696075" y="1568938"/>
            <a:ext cx="4485756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Target(Label)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</a:p>
        </p:txBody>
      </p:sp>
    </p:spTree>
    <p:extLst>
      <p:ext uri="{BB962C8B-B14F-4D97-AF65-F5344CB8AC3E}">
        <p14:creationId xmlns:p14="http://schemas.microsoft.com/office/powerpoint/2010/main" val="37615219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92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35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44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86C36270-EFBC-B89D-7374-458A2B615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878999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1131</TotalTime>
  <Words>2729</Words>
  <Application>Microsoft Office PowerPoint</Application>
  <PresentationFormat>와이드스크린</PresentationFormat>
  <Paragraphs>377</Paragraphs>
  <Slides>50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2" baseType="lpstr">
      <vt:lpstr>D2Coding</vt:lpstr>
      <vt:lpstr>NanumGothicExtraBold</vt:lpstr>
      <vt:lpstr>맑은 고딕</vt:lpstr>
      <vt:lpstr>맑은 고딕 Semilight</vt:lpstr>
      <vt:lpstr>바탕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36</cp:revision>
  <dcterms:created xsi:type="dcterms:W3CDTF">2026-04-06T01:00:39Z</dcterms:created>
  <dcterms:modified xsi:type="dcterms:W3CDTF">2026-04-18T04:12:21Z</dcterms:modified>
  <cp:version/>
</cp:coreProperties>
</file>