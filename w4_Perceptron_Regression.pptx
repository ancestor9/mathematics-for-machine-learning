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4"/>
  </p:notesMasterIdLst>
  <p:handoutMasterIdLst>
    <p:handoutMasterId r:id="rId45"/>
  </p:handoutMasterIdLst>
  <p:sldIdLst>
    <p:sldId id="256" r:id="rId2"/>
    <p:sldId id="355" r:id="rId3"/>
    <p:sldId id="942" r:id="rId4"/>
    <p:sldId id="941" r:id="rId5"/>
    <p:sldId id="940" r:id="rId6"/>
    <p:sldId id="847" r:id="rId7"/>
    <p:sldId id="943" r:id="rId8"/>
    <p:sldId id="944" r:id="rId9"/>
    <p:sldId id="335" r:id="rId10"/>
    <p:sldId id="938" r:id="rId11"/>
    <p:sldId id="871" r:id="rId12"/>
    <p:sldId id="872" r:id="rId13"/>
    <p:sldId id="947" r:id="rId14"/>
    <p:sldId id="931" r:id="rId15"/>
    <p:sldId id="936" r:id="rId16"/>
    <p:sldId id="873" r:id="rId17"/>
    <p:sldId id="907" r:id="rId18"/>
    <p:sldId id="945" r:id="rId19"/>
    <p:sldId id="946" r:id="rId20"/>
    <p:sldId id="930" r:id="rId21"/>
    <p:sldId id="928" r:id="rId22"/>
    <p:sldId id="851" r:id="rId23"/>
    <p:sldId id="852" r:id="rId24"/>
    <p:sldId id="932" r:id="rId25"/>
    <p:sldId id="908" r:id="rId26"/>
    <p:sldId id="929" r:id="rId27"/>
    <p:sldId id="846" r:id="rId28"/>
    <p:sldId id="927" r:id="rId29"/>
    <p:sldId id="937" r:id="rId30"/>
    <p:sldId id="876" r:id="rId31"/>
    <p:sldId id="879" r:id="rId32"/>
    <p:sldId id="881" r:id="rId33"/>
    <p:sldId id="880" r:id="rId34"/>
    <p:sldId id="883" r:id="rId35"/>
    <p:sldId id="882" r:id="rId36"/>
    <p:sldId id="884" r:id="rId37"/>
    <p:sldId id="919" r:id="rId38"/>
    <p:sldId id="886" r:id="rId39"/>
    <p:sldId id="887" r:id="rId40"/>
    <p:sldId id="885" r:id="rId41"/>
    <p:sldId id="285" r:id="rId42"/>
    <p:sldId id="284" r:id="rId4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36"/>
            <p14:sldId id="873"/>
            <p14:sldId id="907"/>
            <p14:sldId id="945"/>
            <p14:sldId id="946"/>
            <p14:sldId id="930"/>
            <p14:sldId id="928"/>
            <p14:sldId id="851"/>
            <p14:sldId id="852"/>
            <p14:sldId id="932"/>
            <p14:sldId id="908"/>
            <p14:sldId id="929"/>
            <p14:sldId id="846"/>
            <p14:sldId id="927"/>
            <p14:sldId id="937"/>
            <p14:sldId id="876"/>
            <p14:sldId id="879"/>
            <p14:sldId id="881"/>
            <p14:sldId id="880"/>
            <p14:sldId id="883"/>
            <p14:sldId id="882"/>
            <p14:sldId id="884"/>
            <p14:sldId id="919"/>
            <p14:sldId id="886"/>
            <p14:sldId id="887"/>
            <p14:sldId id="885"/>
            <p14:sldId id="285"/>
            <p14:sldId id="28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8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gif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4.png"/><Relationship Id="rId4" Type="http://schemas.openxmlformats.org/officeDocument/2006/relationships/image" Target="../media/image6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50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20.jpe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61.png"/><Relationship Id="rId4" Type="http://schemas.openxmlformats.org/officeDocument/2006/relationships/image" Target="../media/image58.png"/><Relationship Id="rId9" Type="http://schemas.microsoft.com/office/2007/relationships/hdphoto" Target="../media/hdphoto6.wdp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jpeg"/><Relationship Id="rId4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5E0E3B5-B9DB-A121-39C8-5D8833498C7E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85034654-E34D-72B4-9948-0D515D6A8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5DBA-F2A8-999E-4B9A-98141463755C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02C54E-DE49-6AFC-D81F-69C2C5052F16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5D7B16-ABCA-4860-B5E7-A6320FD57B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FE3CA14-06EA-1CA5-994C-AC4D306CCF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32398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449" y="1561098"/>
            <a:ext cx="5542551" cy="465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315076" y="1885936"/>
            <a:ext cx="5542552" cy="11526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782050" y="3190875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315076" y="4293243"/>
            <a:ext cx="51530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A3CACE-DE81-CBDF-798D-06984882A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9E78179-2E09-0355-C041-22C079CFD5A4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F0E4733-A836-DC62-3DDB-852B81B9F73E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E18941F-B0F9-67C5-F662-E6B4EE6F98DF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CA140FD1-229F-BE57-FCAD-4A8ADDB11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1AD573-1CBB-4023-F7C6-802D274C385F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A49041-B721-4B86-3514-E8E380D285C4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5CDB8F-66D5-E0F1-65C3-4434DA3C88CA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10ED7DF1-E89E-94D9-9FB9-80F44B86C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0720B32A-EB97-F165-4582-A6CBBFE5019A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70B4902C-D349-338F-456E-77DC2D0640F1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6715BE0-4A4F-3CF6-4749-616264D56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6503C25-DAD0-3B96-B35F-29886341B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27927" y="1346295"/>
            <a:ext cx="7047059" cy="481157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264561" y="1355820"/>
            <a:ext cx="4560425" cy="17338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4986" y="3174458"/>
            <a:ext cx="4177275" cy="2776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891251" y="1655180"/>
            <a:ext cx="3024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dirty="0"/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424" y="2182596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21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8744555" cy="1336676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69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1378781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06403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353762" cy="457517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28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504220" y="615334"/>
            <a:ext cx="10353762" cy="5181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Tensors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879939"/>
            <a:ext cx="10706705" cy="2530136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37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41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C4D521-46EF-3D1F-71D0-5ACCE5859CDC}"/>
              </a:ext>
            </a:extLst>
          </p:cNvPr>
          <p:cNvSpPr txBox="1"/>
          <p:nvPr/>
        </p:nvSpPr>
        <p:spPr>
          <a:xfrm>
            <a:off x="521207" y="1533236"/>
            <a:ext cx="1862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B8671C2-8C43-29BF-55CE-D04C955A1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672" y="1687124"/>
            <a:ext cx="6066299" cy="432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1026</TotalTime>
  <Words>2129</Words>
  <Application>Microsoft Office PowerPoint</Application>
  <PresentationFormat>와이드스크린</PresentationFormat>
  <Paragraphs>309</Paragraphs>
  <Slides>42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4" baseType="lpstr">
      <vt:lpstr>D2Coding</vt:lpstr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Neural Networks – text recognition</vt:lpstr>
      <vt:lpstr>Neural Networks – tensorflow playground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34</cp:revision>
  <dcterms:created xsi:type="dcterms:W3CDTF">2026-04-06T01:00:39Z</dcterms:created>
  <dcterms:modified xsi:type="dcterms:W3CDTF">2026-04-18T01:51:05Z</dcterms:modified>
  <cp:version/>
</cp:coreProperties>
</file>