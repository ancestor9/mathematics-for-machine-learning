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0" r:id="rId6"/>
    <p:sldId id="304" r:id="rId7"/>
    <p:sldId id="305" r:id="rId8"/>
    <p:sldId id="307" r:id="rId9"/>
    <p:sldId id="306" r:id="rId10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4660"/>
  </p:normalViewPr>
  <p:slideViewPr>
    <p:cSldViewPr>
      <p:cViewPr varScale="1">
        <p:scale>
          <a:sx n="85" d="100"/>
          <a:sy n="85" d="100"/>
        </p:scale>
        <p:origin x="883" y="58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2026-02-28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2026-02-28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65BF-EF79-CC36-C989-051C8DC7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16F047-73FD-800B-F721-545CE080E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413728-6C63-B747-2816-22F217765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EC60E5-66BB-0D7D-7C4A-47B8F229D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323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C5718-97E2-4EE3-B2B0-5BF44FFD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25BA55-8A37-BE29-1862-CCD6FD55E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069EB1-1FDA-6159-5278-6A2FF1B49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074A0-496E-A478-ECC5-5F154B307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3979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FC978-BC3A-8AA6-CC5E-EE64FB52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A8F15C-0FFD-4B58-B5E4-E54BD78FE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AFEF6B-3133-285F-0D2A-D02606B7A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ADA10-034C-5FD3-70FA-938527FD9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187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65BF-EF79-CC36-C989-051C8DC7E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16F047-73FD-800B-F721-545CE080E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413728-6C63-B747-2816-22F217765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EC60E5-66BB-0D7D-7C4A-47B8F229D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1323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2026-02-28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2026-02-28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2026-02-28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2026-02-28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2026-02-28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2026-02-28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2026-02-28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2026-02-28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2026-02-28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2026-02-28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2026-02-28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2026-02-28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o.wikipedia.org/wiki/%EB%AA%AC%ED%8B%B0_%ED%99%80_%EB%AC%B8%EC%A0%9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b="1" dirty="0"/>
              <a:t>Simulation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 err="1"/>
              <a:t>머신러닝을</a:t>
            </a:r>
            <a:r>
              <a:rPr lang="ko-KR" altLang="en-US" sz="2400" b="1" dirty="0"/>
              <a:t> 위한 </a:t>
            </a:r>
            <a:r>
              <a:rPr lang="en-US" altLang="ko-KR" sz="2400" b="1" dirty="0"/>
              <a:t>-</a:t>
            </a:r>
            <a:r>
              <a:rPr lang="en-US" altLang="ko-KR" sz="3200" b="1" dirty="0"/>
              <a:t>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ko-KR" altLang="en-US" dirty="0"/>
          </a:p>
        </p:txBody>
      </p:sp>
      <p:pic>
        <p:nvPicPr>
          <p:cNvPr id="4" name="Picture 4" descr="깊은 생각에 잠긴 남자의 청동 조각상">
            <a:extLst>
              <a:ext uri="{FF2B5EF4-FFF2-40B4-BE49-F238E27FC236}">
                <a16:creationId xmlns:a16="http://schemas.microsoft.com/office/drawing/2014/main" id="{A0238B7E-7B42-DB8C-B129-8BF4F9375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765820" y="764704"/>
            <a:ext cx="36756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313131"/>
                </a:solidFill>
                <a:latin typeface="PT Sans"/>
              </a:rPr>
              <a:t>Montecarlo Simulation</a:t>
            </a:r>
            <a:endParaRPr lang="ko-KR" alt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10ABA-12DE-BC96-E33E-8F12E2CBC316}"/>
              </a:ext>
            </a:extLst>
          </p:cNvPr>
          <p:cNvSpPr txBox="1"/>
          <p:nvPr/>
        </p:nvSpPr>
        <p:spPr>
          <a:xfrm>
            <a:off x="1125860" y="1484783"/>
            <a:ext cx="10873208" cy="466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불확실한 결과를 예측하기 위해 반복적인 무작위 추출을 사용하는 통계적 기법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이름은 도박으로 유명한 모나코의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몬테카를로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카지노에서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결과가 확률에 의존하는 도박처럼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수학적으로 계산하기 너무 복잡한 문제들을 수만 번의 가상 실험을 통해 그 근삿값을 찾아내는 방식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몬테카를로의</a:t>
            </a: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작동 원리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변수 정의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결과에 영향을 주는 불확실한 요소들을 정의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 분포 할당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각 변수가 가질 수 있는 값의 범위와 확률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정규분포 등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을 설정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반복 실험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컴퓨터를 이용해 무작위 값을 입력하며 수천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수만 번의 시뮬레이션을 실행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결과 분석</a:t>
            </a:r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도출된 수많은 결과값의 평균이나 분포를 통해 최종 결과를 예측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D5AF-0F51-91DE-64BD-5E17CEF9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B51CDD-C849-F07D-D7BE-8E0C6C43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4D8FB-4BA4-B532-2690-FF91AAEE20BE}"/>
              </a:ext>
            </a:extLst>
          </p:cNvPr>
          <p:cNvSpPr txBox="1"/>
          <p:nvPr/>
        </p:nvSpPr>
        <p:spPr>
          <a:xfrm>
            <a:off x="765820" y="1196752"/>
            <a:ext cx="11233248" cy="9708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원주율 구하기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원의 면접 구하기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E8694-F9D5-0985-6634-DA4CC7CB87C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233689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A03C4-9F32-8658-57A1-8179E087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10A560-CAC8-7DA2-E171-6514006BF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CC16D-7C9C-2F71-E9C9-02A41D849637}"/>
              </a:ext>
            </a:extLst>
          </p:cNvPr>
          <p:cNvSpPr txBox="1"/>
          <p:nvPr/>
        </p:nvSpPr>
        <p:spPr>
          <a:xfrm>
            <a:off x="765820" y="1196752"/>
            <a:ext cx="11233248" cy="9708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표본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1000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개에서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재표본추출을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복원추출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(replace=True)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방식으로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100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개를 무한히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재표본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추출하여 평균과 분산에 대해 토론하라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9691D-5BF7-99F5-D054-700096553189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3D10DE-54F1-5E83-B617-EB567D2F7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72" y="2533040"/>
            <a:ext cx="8566741" cy="407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6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9014-F20D-7B7E-82F4-291B35DD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DD9F21-3F8F-61DF-D1E4-E7AEA20F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A16EB-E2DE-F31D-3EA0-A223294CA89B}"/>
              </a:ext>
            </a:extLst>
          </p:cNvPr>
          <p:cNvSpPr txBox="1"/>
          <p:nvPr/>
        </p:nvSpPr>
        <p:spPr>
          <a:xfrm>
            <a:off x="765820" y="1196752"/>
            <a:ext cx="11233248" cy="50917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시간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거리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속도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가속도에 대한 시뮬레이션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미적분</a:t>
            </a:r>
            <a:r>
              <a:rPr lang="en-US" altLang="ko-KR" sz="200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D34784-A486-0A01-E7A2-FD0B1406CD2E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199097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D5AF-0F51-91DE-64BD-5E17CEF9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B51CDD-C849-F07D-D7BE-8E0C6C43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4D8FB-4BA4-B532-2690-FF91AAEE20BE}"/>
              </a:ext>
            </a:extLst>
          </p:cNvPr>
          <p:cNvSpPr txBox="1"/>
          <p:nvPr/>
        </p:nvSpPr>
        <p:spPr>
          <a:xfrm>
            <a:off x="765820" y="1196752"/>
            <a:ext cx="11233248" cy="50917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Monty Hall Problem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E8694-F9D5-0985-6634-DA4CC7CB87C6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FCC670-9D52-97E0-301E-31793E380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084" y="2492896"/>
            <a:ext cx="5334969" cy="296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03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AACE6D-8EB6-447A-8DFD-C2C0C52916AC}">
  <ds:schemaRefs>
    <ds:schemaRef ds:uri="a4f35948-e619-41b3-aa29-22878b09cfd2"/>
    <ds:schemaRef ds:uri="http://purl.org/dc/elements/1.1/"/>
    <ds:schemaRef ds:uri="http://schemas.microsoft.com/office/infopath/2007/PartnerControls"/>
    <ds:schemaRef ds:uri="40262f94-9f35-4ac3-9a90-690165a166b7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576</TotalTime>
  <Words>168</Words>
  <Application>Microsoft Office PowerPoint</Application>
  <PresentationFormat>사용자 지정</PresentationFormat>
  <Paragraphs>33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맑은 고딕</vt:lpstr>
      <vt:lpstr>휴먼모음T</vt:lpstr>
      <vt:lpstr>Arial</vt:lpstr>
      <vt:lpstr>Corbel</vt:lpstr>
      <vt:lpstr>PT Sans</vt:lpstr>
      <vt:lpstr>Wingdings</vt:lpstr>
      <vt:lpstr>마케팅 16x9</vt:lpstr>
      <vt:lpstr>Simulation  - 머신러닝을 위한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44</cp:revision>
  <dcterms:created xsi:type="dcterms:W3CDTF">2024-06-03T06:10:16Z</dcterms:created>
  <dcterms:modified xsi:type="dcterms:W3CDTF">2026-02-28T06:58:53Z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