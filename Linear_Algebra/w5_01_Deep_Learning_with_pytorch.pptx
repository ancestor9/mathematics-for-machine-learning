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7"/>
  </p:notesMasterIdLst>
  <p:handoutMasterIdLst>
    <p:handoutMasterId r:id="rId28"/>
  </p:handoutMasterIdLst>
  <p:sldIdLst>
    <p:sldId id="256" r:id="rId2"/>
    <p:sldId id="996" r:id="rId3"/>
    <p:sldId id="1039" r:id="rId4"/>
    <p:sldId id="966" r:id="rId5"/>
    <p:sldId id="1013" r:id="rId6"/>
    <p:sldId id="1038" r:id="rId7"/>
    <p:sldId id="998" r:id="rId8"/>
    <p:sldId id="1007" r:id="rId9"/>
    <p:sldId id="1008" r:id="rId10"/>
    <p:sldId id="1009" r:id="rId11"/>
    <p:sldId id="1010" r:id="rId12"/>
    <p:sldId id="1011" r:id="rId13"/>
    <p:sldId id="1012" r:id="rId14"/>
    <p:sldId id="1014" r:id="rId15"/>
    <p:sldId id="1015" r:id="rId16"/>
    <p:sldId id="1016" r:id="rId17"/>
    <p:sldId id="1017" r:id="rId18"/>
    <p:sldId id="1018" r:id="rId19"/>
    <p:sldId id="1019" r:id="rId20"/>
    <p:sldId id="1020" r:id="rId21"/>
    <p:sldId id="1021" r:id="rId22"/>
    <p:sldId id="1022" r:id="rId23"/>
    <p:sldId id="1027" r:id="rId24"/>
    <p:sldId id="1028" r:id="rId25"/>
    <p:sldId id="1025" r:id="rId26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996"/>
            <p14:sldId id="1039"/>
            <p14:sldId id="966"/>
            <p14:sldId id="1013"/>
            <p14:sldId id="1038"/>
            <p14:sldId id="998"/>
            <p14:sldId id="1007"/>
            <p14:sldId id="1008"/>
            <p14:sldId id="1009"/>
            <p14:sldId id="1010"/>
            <p14:sldId id="1011"/>
            <p14:sldId id="1012"/>
            <p14:sldId id="1014"/>
            <p14:sldId id="1015"/>
            <p14:sldId id="1016"/>
            <p14:sldId id="1017"/>
            <p14:sldId id="1018"/>
            <p14:sldId id="1019"/>
            <p14:sldId id="1020"/>
            <p14:sldId id="1021"/>
            <p14:sldId id="1022"/>
            <p14:sldId id="1027"/>
            <p14:sldId id="1028"/>
            <p14:sldId id="1025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D462F"/>
    <a:srgbClr val="D24726"/>
    <a:srgbClr val="404040"/>
    <a:srgbClr val="FF9B45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6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1123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2026-04-27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5CDF-F941-FFB1-B09F-C3123CC35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9E83D7-423E-934B-1161-BEBA5C858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4F53D3-75C6-EDEE-44CB-28E5970C2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559E63-34FA-439C-80D1-B2685B26C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4708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F39B-02ED-8D91-2DCE-AAEB17C4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365484-41AD-4A41-AE8A-C880529125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6C5268-871D-5FBB-F4C7-93ECC056F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93A7E-4602-B232-1DA5-F3BF9524DD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993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C1D81-A265-D880-C635-EAD07AEC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DBAE91-53B6-8719-6275-1630D635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963A6B-FD6B-A459-4A79-370C8D472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637138-DD64-C927-EE43-6A948B74F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3356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0357-497E-7978-55FE-D4182CDB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ADA143-A23D-7D7A-E471-15EB2E96E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F4B61B-AB47-521D-CE9A-7001A5C5A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71116B-1589-B9FC-2333-BD8889990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9490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C17CC-C7D9-4203-6930-8F102ED5F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2D6349-7C1B-AD27-C3D6-9E118BBAE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70AC1B-B69D-6423-7D6E-81CEBE5F0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8CCE4B-5BF3-48BF-8A81-241F8B8EC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670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F90B-8850-3033-A512-2F7DEB6FA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B362D57-5E71-8A45-D060-60BD63010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5E0FC0-2F21-2FD3-D37C-B4A47A375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70AF59-8BF1-EAA7-7D8D-CF42C26E6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40259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E0CF-5822-431E-58EF-8F682BBC9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6D5644-ED96-196C-65C5-303153001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014C14-9DAB-F60A-A90B-86FD2169A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05C942-900F-701A-0D45-488640D475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097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B9BE-C4F1-BC74-510A-20B429052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FA3547-F374-BDAB-0D99-70F9FE703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A07CD-CA4C-0340-C859-46F864965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B127D5-5C2C-C5F6-5903-07AEE887A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71096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24326-3E5A-0CEC-DA05-3418F899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D537A3-6DF8-9E65-23DC-0125F7264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E73C2B-AD0E-9898-E308-368871E5E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D1C3F2-5D30-1486-D81F-8AEF60B04F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4959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D83E7-3A09-D400-AC7A-2E93B1C4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EA1DA8-7AAD-17A1-C358-A7C9A07BD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666DB6-015B-FDFD-5C46-AE4C6C1FC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E4CC3-03EA-7A8D-1E3C-2559FA2A46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132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8A3FB-31A2-44D5-D79A-7E8B43FF9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7C7316-73AA-7807-3F10-761D1114E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E8D355-5935-EBD9-A122-5A8D5366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0ABDA7-3E8B-30CF-5F9A-10F11A868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03132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8CC4-3BE1-1F1B-A920-480DCC53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64791A-C94D-1B5B-BA90-52815ECB8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846132E-747B-6EB7-DF43-8A4E42AA5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D2B516-899D-96CE-C45C-60B2D94080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5587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113B-EEB7-DDE7-7CC9-8028DD0B8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343F8D-1EC7-95A1-B7E6-7E201263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BCEC0F-B293-7142-1761-225114127A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650284-7167-3A8F-8744-FB575ACB0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75056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4C00-5578-7878-9B5E-839343BFB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00E2077-0C5A-C1B9-551F-A61F08C65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F49233-66D7-7D81-C40B-DC8A6F689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A66BBC-DD89-5C12-A5FA-62D25DEE2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3259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1CEB6-5130-129D-E829-8D511D98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8A8ECA-DEE0-7A4F-75D1-E3652A8E11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D11C18-9E3E-9996-4894-6C6A93C43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07B2BD-CA81-12FB-6D68-40DC94A79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2460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4AB5E-EAC7-E23C-2A43-AE654F67A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1E6476-8A55-A444-7B96-4D873B95F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8D0FAC-D9BE-D46C-D72F-B15EC6D09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4DE786-023B-D899-B735-DCD9B5606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97739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97F88-65BC-F3D6-02F7-C3F5B732B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66044B-4422-BF42-7083-EEDDE6F24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3D8DB6-D711-99E4-AB08-DAE3A98639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F22364-1299-D338-0549-2A26F2EC6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578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493C8-C8AE-0268-4E71-FE3ED3277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0F6C7-7971-68F2-7C3E-0B79751E8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0FC839-840F-7068-2043-D0351640E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0B6A5-2262-76EE-D197-3DD5675BB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0706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8D63-364C-3C64-27CA-0835EA64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D2AD1D-C524-5C66-0BCF-0C2108D7C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A86E25-EAC7-D09C-9D6D-742766943B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9693E-596B-AE04-881B-8B59AB01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45552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94B5-0BE8-9503-808A-F0245DA6C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69F60B-6D06-34D9-6E1F-F49412B26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EE58E4-FB0C-C44C-8EA1-573E94B3D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D303F3-D4FD-EB01-D46D-FDE8CDA2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3183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6882F-8306-6B04-1DE0-69D3CB0D5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06A42A-89A4-ED08-7079-23190D6255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38A87D-82EA-47DD-A9C3-58A64A27DF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308B6E-765A-7219-C493-9E9561285B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202983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F6844-6C92-80AC-4AA6-854EB0C7A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840800-FBCC-D3BF-57F3-1D1E570E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EC0E79-84C3-8635-7B1D-EB5A4891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176B65-5ECB-32ED-11B6-597170672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48569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CD482-5D28-13D2-6EB2-756B8ED2E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5B93DD-5996-2BC6-73B4-A75894369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8E4AC6-22FA-DF0A-00BD-7AD5DCC5A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38734F-C28C-042C-0A3E-A7EDD4C03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0387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BA477-DE9E-5643-4A6D-A40E44A2C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FE8CB9-7D27-9E9E-D3EB-47FAB021B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CDC56A-9879-8020-8ED1-7E26A458D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3BAAB-5532-63E1-B8DB-431797C59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9602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2026-04-27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2026-04-27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1bquDz5GG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torch_autograd_backward.ipynb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imple.wikipedia.org/wiki/Tensor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 I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with </a:t>
            </a:r>
            <a:r>
              <a:rPr lang="en-US" altLang="ko-KR" sz="2400" dirty="0" err="1">
                <a:solidFill>
                  <a:schemeClr val="bg1"/>
                </a:solidFill>
              </a:rPr>
              <a:t>pytorch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A66C7-FE57-9060-CFD3-D3C1D9537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F047EB2-0542-E822-5A5C-528FBD005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Learning </a:t>
            </a:r>
            <a:r>
              <a:rPr lang="en-US" altLang="ko-KR" dirty="0" err="1">
                <a:solidFill>
                  <a:schemeClr val="tx1"/>
                </a:solidFill>
                <a:cs typeface="Segoe UI 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dirty="0">
                <a:solidFill>
                  <a:schemeClr val="tx1"/>
                </a:solidFill>
                <a:cs typeface="Segoe UI Light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in 30 Min</a:t>
            </a:r>
            <a:endParaRPr lang="ko-KR" altLang="en-US" dirty="0">
              <a:solidFill>
                <a:schemeClr val="tx1"/>
              </a:solidFill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E4336FFC-BAEC-4940-6FC6-5A22CF08E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B46DF9-6970-E129-3AB2-3614F6D8BD32}"/>
              </a:ext>
            </a:extLst>
          </p:cNvPr>
          <p:cNvSpPr txBox="1"/>
          <p:nvPr/>
        </p:nvSpPr>
        <p:spPr>
          <a:xfrm>
            <a:off x="950697" y="1621713"/>
            <a:ext cx="10553194" cy="3726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SGD : recap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5-step recipe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Tensor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Gradient Descent With 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Autograd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and Backpropagation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Training Pipeline: Model, Loss, and Optimizer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3427710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15556-18D4-8898-A0CC-F2432DFE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205FA87-9C27-3327-8D9A-2EA26617F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3"/>
              </a:rPr>
              <a:t>w4_torch_autograd_backward.ipynb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AA9C6AB-CBFC-C9E0-D976-27A225065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3DA572-001C-8A12-8DCA-21E248096A8A}"/>
              </a:ext>
            </a:extLst>
          </p:cNvPr>
          <p:cNvSpPr txBox="1"/>
          <p:nvPr/>
        </p:nvSpPr>
        <p:spPr>
          <a:xfrm>
            <a:off x="676275" y="1771650"/>
            <a:ext cx="8315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Pytorch</a:t>
            </a:r>
            <a:r>
              <a:rPr lang="en-US" altLang="ko-KR" dirty="0"/>
              <a:t> </a:t>
            </a:r>
            <a:r>
              <a:rPr lang="ko-KR" altLang="en-US" dirty="0"/>
              <a:t>기본 입문 코드</a:t>
            </a:r>
          </a:p>
        </p:txBody>
      </p:sp>
    </p:spTree>
    <p:extLst>
      <p:ext uri="{BB962C8B-B14F-4D97-AF65-F5344CB8AC3E}">
        <p14:creationId xmlns:p14="http://schemas.microsoft.com/office/powerpoint/2010/main" val="4292496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225C-7A25-9FC5-D434-0EE983F9F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09595DB-0ABE-1C50-ACE6-C610EEA7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Stochastic Gradient Descent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8D34A0A-64FE-C81A-281C-D43D60FAFB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EE0F930-025A-4FF7-EF44-1FE93C2B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20" y="2224246"/>
            <a:ext cx="7582636" cy="39797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06A0654-0099-6425-E66B-BC8504EAC3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856" y="2459353"/>
            <a:ext cx="3678739" cy="23733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2B5F68D-41B2-DD3F-1A48-2D2E871836D3}"/>
              </a:ext>
            </a:extLst>
          </p:cNvPr>
          <p:cNvSpPr txBox="1"/>
          <p:nvPr/>
        </p:nvSpPr>
        <p:spPr>
          <a:xfrm>
            <a:off x="521207" y="1404412"/>
            <a:ext cx="10798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설정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&gt;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예측 값 생성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&gt;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손실함수 값 생성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&gt; gradient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만큼 손실을 감소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&gt;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반복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Optimization Process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398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233D-5359-CF46-42AB-C2B53FDBD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89FA65F-7EC4-3A11-65BE-C36F62582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5 Step Deep Learning Recipe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8A7B1F9-C8ED-094F-57D3-E570038EFF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pic>
        <p:nvPicPr>
          <p:cNvPr id="1026" name="Picture 2" descr="야채가 담긴 접시 앞에 서 있는 남자">
            <a:extLst>
              <a:ext uri="{FF2B5EF4-FFF2-40B4-BE49-F238E27FC236}">
                <a16:creationId xmlns:a16="http://schemas.microsoft.com/office/drawing/2014/main" id="{3762926B-3C55-2599-4317-55B8764017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1651" y="1873871"/>
            <a:ext cx="1633653" cy="24504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FE2A9FE4-FD7E-5A79-F859-9A89EFBB8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97" y="1883952"/>
            <a:ext cx="9166506" cy="4212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B3C477-C0E6-E2D0-7AAC-35D497E106E1}"/>
              </a:ext>
            </a:extLst>
          </p:cNvPr>
          <p:cNvSpPr txBox="1"/>
          <p:nvPr/>
        </p:nvSpPr>
        <p:spPr>
          <a:xfrm>
            <a:off x="597407" y="1229410"/>
            <a:ext cx="10010775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Iterate 5-steps until finding the parameters to minimize the loss function.</a:t>
            </a:r>
          </a:p>
        </p:txBody>
      </p:sp>
    </p:spTree>
    <p:extLst>
      <p:ext uri="{BB962C8B-B14F-4D97-AF65-F5344CB8AC3E}">
        <p14:creationId xmlns:p14="http://schemas.microsoft.com/office/powerpoint/2010/main" val="26322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6D3E8-72C0-8E77-B5EB-06ACEACF0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27010BA-89B9-9246-00D9-DA5E7AAA6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574B541-1106-349F-5742-71CBDA21AC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6</a:t>
            </a:fld>
            <a:endParaRPr lang="ko-KR" altLang="en-US" noProof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7F1872-0ACE-C550-278D-E7E8F8733021}"/>
              </a:ext>
            </a:extLst>
          </p:cNvPr>
          <p:cNvSpPr txBox="1"/>
          <p:nvPr/>
        </p:nvSpPr>
        <p:spPr>
          <a:xfrm>
            <a:off x="597407" y="1229410"/>
            <a:ext cx="10010775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 </a:t>
            </a:r>
            <a:r>
              <a:rPr lang="en-US" altLang="ko-KR" sz="20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torch.Tensor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000" i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is a multi-dimensional matrix containing elements of a single data type.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7E277-4619-DD1E-8D19-C6F0E08C3EA8}"/>
              </a:ext>
            </a:extLst>
          </p:cNvPr>
          <p:cNvSpPr txBox="1"/>
          <p:nvPr/>
        </p:nvSpPr>
        <p:spPr>
          <a:xfrm>
            <a:off x="597407" y="2906579"/>
            <a:ext cx="4622293" cy="1301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IT'S THE BASIC "</a:t>
            </a:r>
            <a:r>
              <a:rPr lang="en-US" altLang="ko-KR" sz="2800" b="1" dirty="0">
                <a:solidFill>
                  <a:srgbClr val="00B05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NOUN</a:t>
            </a:r>
            <a:r>
              <a:rPr lang="en-US" altLang="ko-KR" sz="28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 OF THE PYTORCH LANGUAGE.</a:t>
            </a:r>
          </a:p>
        </p:txBody>
      </p:sp>
      <p:pic>
        <p:nvPicPr>
          <p:cNvPr id="74756" name="Picture 4">
            <a:extLst>
              <a:ext uri="{FF2B5EF4-FFF2-40B4-BE49-F238E27FC236}">
                <a16:creationId xmlns:a16="http://schemas.microsoft.com/office/drawing/2014/main" id="{EF81D4B0-DB00-02B4-589A-3699CE6DE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676" y="2354651"/>
            <a:ext cx="4931274" cy="2779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666B4A-8893-10BD-8DD6-035A06FC1A7F}"/>
              </a:ext>
            </a:extLst>
          </p:cNvPr>
          <p:cNvSpPr txBox="1"/>
          <p:nvPr/>
        </p:nvSpPr>
        <p:spPr>
          <a:xfrm>
            <a:off x="6479676" y="5172436"/>
            <a:ext cx="336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https://simple.wikipedia.org/wiki/Tensor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641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280CD-6498-B14D-B7D8-5BE353FA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B6C8600-A662-9E31-3114-9B478983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8140DDF-71F7-ED1D-83C4-4844BE0CA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7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86302D9-9FB1-A281-D414-BC0848D3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035" y="1961878"/>
            <a:ext cx="9121930" cy="336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3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FC6CE-5D07-1A6F-9DB1-2ED496477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26D6312-1BCE-7CC0-157C-844DE225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94A4F8F-C7CC-1F70-02CA-14E0FEC13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A260C2A-C61C-EBC9-1CB6-C67C58F47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999" y="1697214"/>
            <a:ext cx="10614659" cy="3693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1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1E2E8-25CE-1BA2-B25A-2B1828CF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3D8EC96-7A07-8B53-17BC-0958E1848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330A2A7-731F-259B-9384-358096570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D65B5D-C009-DE7E-FD77-9EF63EE5C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464" y="1781117"/>
            <a:ext cx="9885411" cy="312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17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1237E-DC79-07D6-0C4E-6D749A004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4F40153-2797-079F-7476-6B71CEC0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DCCB6FF-1219-FED5-C575-26B4DA939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10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66A7D97-5C3A-1F9F-3200-F91F65DB5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604" y="2354487"/>
            <a:ext cx="9586791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35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EA4EE-9378-259C-DF07-13345555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DE86A681-B922-24A6-BD21-120DB76D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985CA71-8D72-7AFE-5B0D-A5636F2FE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FDA08B0-9B0E-7ACB-4642-C8079F07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968" y="1561989"/>
            <a:ext cx="8258508" cy="27528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6C4BF59-50AD-9E13-B51F-BDF75600F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968" y="4469088"/>
            <a:ext cx="5858207" cy="640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CE9D1B-EFAD-7891-0C10-5C42272E4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7968" y="5097839"/>
            <a:ext cx="5858207" cy="41551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B852A4B-7074-0B25-C3D7-6144E2C4A7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7968" y="5513351"/>
            <a:ext cx="5858207" cy="60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41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1E2AE-C4A8-D23A-E6B2-A3D9BCA0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71EEDED3-4748-5491-FF5D-7D2EAB68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AE48280-340E-E32B-304F-92968E20B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85321A-2B62-A7B5-63B3-BCB064680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149" y="1574035"/>
            <a:ext cx="5756777" cy="180783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E4B45E-0661-5A6B-8CE8-732F59053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186" y="3821751"/>
            <a:ext cx="6353564" cy="227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6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53C1-526A-4A8F-2737-4125B5E71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BA20DED-5C88-0869-FC9B-120272BC7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tensor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F316D47-B4B0-2D8E-EF34-5CED30FD20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B93971A-5567-54B8-EE7A-D70F1BE6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5763" y="4138242"/>
            <a:ext cx="4921910" cy="1951878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2B96F9-F598-D530-7EA3-1846C5DE85C6}"/>
              </a:ext>
            </a:extLst>
          </p:cNvPr>
          <p:cNvSpPr txBox="1"/>
          <p:nvPr/>
        </p:nvSpPr>
        <p:spPr>
          <a:xfrm>
            <a:off x="521207" y="1343710"/>
            <a:ext cx="10594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derivative of the loss function with respect to the weights(float.32)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810A5F6-11BD-B1BD-C538-D606CC835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794" y="2228081"/>
            <a:ext cx="9511834" cy="170574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F1E960B2-68E9-1425-376A-85756781DED0}"/>
              </a:ext>
            </a:extLst>
          </p:cNvPr>
          <p:cNvSpPr/>
          <p:nvPr/>
        </p:nvSpPr>
        <p:spPr>
          <a:xfrm>
            <a:off x="7515225" y="2771775"/>
            <a:ext cx="1428750" cy="1181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295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87625-6170-8FE6-1AAE-6FDF7B2A2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53DF7672-3A2A-D761-6F4E-FCC20260A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AUTOGRAD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8421D8A-F21B-A3D7-9C0D-5EE6AAF3B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730C69-3054-26B7-A2D0-D74627EB16F9}"/>
              </a:ext>
            </a:extLst>
          </p:cNvPr>
          <p:cNvSpPr txBox="1"/>
          <p:nvPr/>
        </p:nvSpPr>
        <p:spPr>
          <a:xfrm>
            <a:off x="521207" y="1343710"/>
            <a:ext cx="10594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 derivative of the loss function with respect to the weights(float.32)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2C941B-667F-A211-65E2-56D449D01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64" y="2056157"/>
            <a:ext cx="5810972" cy="25562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B8B8DF-7595-FE35-1446-6C8C0C508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976" y="2386806"/>
            <a:ext cx="4122874" cy="111911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5BA9A7C-113C-400B-76CA-3308607480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64" y="4924774"/>
            <a:ext cx="5810972" cy="13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987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5186-4402-7575-ACA7-1848FD156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BEC11A2F-6434-4106-5C46-1CA2F34EC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AUTOGRAD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3C0D3A2-8637-F843-D164-7B5C4899B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15</a:t>
            </a:fld>
            <a:endParaRPr lang="ko-KR" altLang="en-US" noProof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3881D77-168D-2E8D-8023-24534B3866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0732" y="4354373"/>
            <a:ext cx="4137954" cy="158830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3A2F49A-802A-DDF6-D90C-96830364D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700" y="2250561"/>
            <a:ext cx="10332986" cy="173554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743D5D-C5B5-3AD2-6712-FB471F813E00}"/>
              </a:ext>
            </a:extLst>
          </p:cNvPr>
          <p:cNvSpPr/>
          <p:nvPr/>
        </p:nvSpPr>
        <p:spPr>
          <a:xfrm>
            <a:off x="5630057" y="1388545"/>
            <a:ext cx="6312241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4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DD462F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Data vs. Parameter</a:t>
            </a:r>
          </a:p>
        </p:txBody>
      </p:sp>
    </p:spTree>
    <p:extLst>
      <p:ext uri="{BB962C8B-B14F-4D97-AF65-F5344CB8AC3E}">
        <p14:creationId xmlns:p14="http://schemas.microsoft.com/office/powerpoint/2010/main" val="156952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BBBF1-CB00-11A7-D581-7B823D08F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F2B30E7-6799-B5A7-1010-588EF57A1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AUTOGRAD : LIVE RECORDING OPERATION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36BF281-45D4-B8E3-A0A4-2341450726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16</a:t>
            </a:fld>
            <a:endParaRPr lang="ko-KR" altLang="en-US" noProof="0"/>
          </a:p>
        </p:txBody>
      </p:sp>
      <p:pic>
        <p:nvPicPr>
          <p:cNvPr id="30724" name="Picture 4" descr="사슬에 매달려 공중에 적힌 네온사인">
            <a:extLst>
              <a:ext uri="{FF2B5EF4-FFF2-40B4-BE49-F238E27FC236}">
                <a16:creationId xmlns:a16="http://schemas.microsoft.com/office/drawing/2014/main" id="{469CED66-B048-D716-CF9A-B6845AAAE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57" y="1500668"/>
            <a:ext cx="2817812" cy="1585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E57D525-D62A-07FF-4EA7-A107A200D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057" y="2690332"/>
            <a:ext cx="10579494" cy="25337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14F0BE-0D78-520A-A36D-98D8E27F9EFB}"/>
              </a:ext>
            </a:extLst>
          </p:cNvPr>
          <p:cNvSpPr txBox="1"/>
          <p:nvPr/>
        </p:nvSpPr>
        <p:spPr>
          <a:xfrm>
            <a:off x="1121969" y="2718907"/>
            <a:ext cx="28178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Computational Graph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91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1DF67-CF23-E80E-7A1C-9F7C655E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838892C-5E74-83EE-1AD8-FF578A96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Forward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2FFF9DD-67EA-E01E-B120-5935DA2D1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17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5FE08E-84B4-CF03-B594-928EB0EFF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75" y="1411434"/>
            <a:ext cx="11008464" cy="470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14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B2226-D0D5-09EA-DD43-52645555E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F024245-D76E-63A9-8EB7-26C2E2CE9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Forward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BC5386F-0DBA-7D8E-4AA0-0F551F571D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18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8FAB4D-6C28-C4F5-17E3-B1AB2C46A5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718" y="1281850"/>
            <a:ext cx="8915757" cy="537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8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4FA4-20C4-DC96-D17F-4957420B9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E48E26C3-2D4D-F52E-3795-9D7EDF41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Forward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4DACF7E-F329-A550-597C-8A3F3D6211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19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AE5C70C-B1D6-542E-F05C-5401BBE8F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518" y="1624857"/>
            <a:ext cx="9502964" cy="24843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CB66A52-24CB-241F-C5CF-DC6F2BAE3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518" y="4558635"/>
            <a:ext cx="9464860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29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CA885-5008-D7EA-2D42-C12B99EA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4E334138-310D-3971-7119-39F4F661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Backward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F8F8413-EF82-5527-C761-BA2BF945F8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20</a:t>
            </a:fld>
            <a:endParaRPr lang="ko-KR" altLang="en-US" noProof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C4896C4-3823-7316-1FEB-1C13EAA4D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192" y="1396258"/>
            <a:ext cx="7399434" cy="148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65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0B44E-EC7E-E573-4B9B-59FB4C92C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5249678-B025-BB09-1DE7-25F864E1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Backward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7949DCC7-A35F-4288-8CFB-FA628702DE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3E12BD-4E6D-56CD-DA17-72864009F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65" y="1916965"/>
            <a:ext cx="10937269" cy="27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4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DC4D6-93B2-5BA1-A66F-94C16512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67DC1CD7-9C81-6CCE-2B5A-C97B0AAE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backward()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2D1DF24-0B37-EC73-C6DF-0C0A035D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22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33F11DA-6332-AE06-0AA6-9416731961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59" y="1916299"/>
            <a:ext cx="9472481" cy="30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28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5336-AEFF-6A11-4115-7448BA162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CF110825-B5AE-14EB-9CD1-B401DA8DC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backward()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26CF08B-B3FA-D3B7-C5F8-92791B283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23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8BB7AE-796E-99F9-6AD3-5A98ED06B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070" y="1559473"/>
            <a:ext cx="3884187" cy="500960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98C2A2A-CD95-6766-6893-A051C9A3D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39" y="1323955"/>
            <a:ext cx="5427661" cy="34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2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FA311-D85B-31C7-3270-AEDF519DD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123C54D5-111E-090A-A0A8-2A4FA90AF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Operations : Inner Product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9C397A4-1719-79A7-5806-CCAB572DAE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24</a:t>
            </a:fld>
            <a:endParaRPr lang="ko-KR" altLang="en-US" noProof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D51E39-A029-6071-4242-9DA07FCB4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79" y="1657278"/>
            <a:ext cx="9552496" cy="164827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56D6AE1-57D3-688C-4C55-AB1627960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429" y="3678467"/>
            <a:ext cx="9533446" cy="20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73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7255D-F05F-6A0E-280A-AA29AF46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86DF7F10-C531-1E7E-76E1-FE8B106F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Operations : Inner Product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C187F03-CB63-158B-76CA-C86737D4A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25</a:t>
            </a:fld>
            <a:endParaRPr lang="ko-KR" altLang="en-US" noProof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D5C638-EE72-BD7D-C1F6-28CE1A7B6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5" y="1889681"/>
            <a:ext cx="9429289" cy="233751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C685E07-2761-7307-B621-352A05193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5" y="4624972"/>
            <a:ext cx="9429289" cy="11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4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2618</TotalTime>
  <Words>248</Words>
  <Application>Microsoft Office PowerPoint</Application>
  <PresentationFormat>와이드스크린</PresentationFormat>
  <Paragraphs>95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1" baseType="lpstr">
      <vt:lpstr>D2Coding</vt:lpstr>
      <vt:lpstr>맑은 고딕</vt:lpstr>
      <vt:lpstr>맑은 고딕 Semilight</vt:lpstr>
      <vt:lpstr>Arial</vt:lpstr>
      <vt:lpstr>Segoe UI Light</vt:lpstr>
      <vt:lpstr>WelcomeDoc</vt:lpstr>
      <vt:lpstr>Deep Learning I</vt:lpstr>
      <vt:lpstr>Learning PyTorch in 30 Min</vt:lpstr>
      <vt:lpstr>w4_torch_autograd_backward.ipynb</vt:lpstr>
      <vt:lpstr>Stochastic Gradient Descent</vt:lpstr>
      <vt:lpstr>5 Step Deep Learning Recipe</vt:lpstr>
      <vt:lpstr>tensor</vt:lpstr>
      <vt:lpstr>tensor</vt:lpstr>
      <vt:lpstr>tensor</vt:lpstr>
      <vt:lpstr>tensor</vt:lpstr>
      <vt:lpstr>tensor</vt:lpstr>
      <vt:lpstr>tensor</vt:lpstr>
      <vt:lpstr>tensor</vt:lpstr>
      <vt:lpstr>tensor</vt:lpstr>
      <vt:lpstr>AUTOGRAD</vt:lpstr>
      <vt:lpstr>AUTOGRAD</vt:lpstr>
      <vt:lpstr>AUTOGRAD : LIVE RECORDING OPERATION</vt:lpstr>
      <vt:lpstr>Forward</vt:lpstr>
      <vt:lpstr>Forward</vt:lpstr>
      <vt:lpstr>Forward</vt:lpstr>
      <vt:lpstr>Backward</vt:lpstr>
      <vt:lpstr>Backward</vt:lpstr>
      <vt:lpstr>backward()</vt:lpstr>
      <vt:lpstr>backward()</vt:lpstr>
      <vt:lpstr>Operations : Inner Product</vt:lpstr>
      <vt:lpstr>Operations : Inner Product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81</cp:revision>
  <dcterms:created xsi:type="dcterms:W3CDTF">2026-04-06T01:00:39Z</dcterms:created>
  <dcterms:modified xsi:type="dcterms:W3CDTF">2026-04-27T14:52:18Z</dcterms:modified>
  <cp:version/>
</cp:coreProperties>
</file>