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8" r:id="rId32"/>
    <p:sldId id="989" r:id="rId33"/>
    <p:sldId id="981" r:id="rId34"/>
    <p:sldId id="974" r:id="rId35"/>
    <p:sldId id="975" r:id="rId36"/>
    <p:sldId id="954" r:id="rId37"/>
    <p:sldId id="882" r:id="rId38"/>
    <p:sldId id="932" r:id="rId39"/>
    <p:sldId id="993" r:id="rId40"/>
    <p:sldId id="978" r:id="rId41"/>
    <p:sldId id="973" r:id="rId42"/>
    <p:sldId id="977" r:id="rId43"/>
    <p:sldId id="986" r:id="rId44"/>
    <p:sldId id="976" r:id="rId45"/>
    <p:sldId id="886" r:id="rId46"/>
    <p:sldId id="949" r:id="rId47"/>
    <p:sldId id="991" r:id="rId48"/>
    <p:sldId id="990" r:id="rId49"/>
    <p:sldId id="992" r:id="rId50"/>
    <p:sldId id="987" r:id="rId51"/>
    <p:sldId id="982" r:id="rId52"/>
    <p:sldId id="983" r:id="rId53"/>
    <p:sldId id="968" r:id="rId54"/>
    <p:sldId id="994" r:id="rId55"/>
    <p:sldId id="908" r:id="rId56"/>
    <p:sldId id="885" r:id="rId57"/>
    <p:sldId id="979" r:id="rId58"/>
    <p:sldId id="980" r:id="rId5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75"/>
            <p14:sldId id="954"/>
            <p14:sldId id="882"/>
            <p14:sldId id="932"/>
            <p14:sldId id="993"/>
            <p14:sldId id="978"/>
            <p14:sldId id="973"/>
            <p14:sldId id="977"/>
            <p14:sldId id="986"/>
            <p14:sldId id="976"/>
            <p14:sldId id="886"/>
            <p14:sldId id="949"/>
            <p14:sldId id="991"/>
            <p14:sldId id="990"/>
            <p14:sldId id="992"/>
            <p14:sldId id="987"/>
            <p14:sldId id="982"/>
            <p14:sldId id="983"/>
            <p14:sldId id="968"/>
            <p14:sldId id="994"/>
            <p14:sldId id="908"/>
            <p14:sldId id="885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1798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20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69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8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10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2363</TotalTime>
  <Words>5231</Words>
  <Application>Microsoft Office PowerPoint</Application>
  <PresentationFormat>와이드스크린</PresentationFormat>
  <Paragraphs>620</Paragraphs>
  <Slides>58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71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71</cp:revision>
  <dcterms:created xsi:type="dcterms:W3CDTF">2026-04-06T01:00:39Z</dcterms:created>
  <dcterms:modified xsi:type="dcterms:W3CDTF">2026-04-27T06:27:00Z</dcterms:modified>
  <cp:version/>
</cp:coreProperties>
</file>