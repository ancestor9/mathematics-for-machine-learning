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1"/>
  </p:notesMasterIdLst>
  <p:handoutMasterIdLst>
    <p:handoutMasterId r:id="rId52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970" r:id="rId18"/>
    <p:sldId id="971" r:id="rId19"/>
    <p:sldId id="873" r:id="rId20"/>
    <p:sldId id="907" r:id="rId21"/>
    <p:sldId id="945" r:id="rId22"/>
    <p:sldId id="946" r:id="rId23"/>
    <p:sldId id="930" r:id="rId24"/>
    <p:sldId id="851" r:id="rId25"/>
    <p:sldId id="985" r:id="rId26"/>
    <p:sldId id="984" r:id="rId27"/>
    <p:sldId id="852" r:id="rId28"/>
    <p:sldId id="969" r:id="rId29"/>
    <p:sldId id="937" r:id="rId30"/>
    <p:sldId id="883" r:id="rId31"/>
    <p:sldId id="981" r:id="rId32"/>
    <p:sldId id="974" r:id="rId33"/>
    <p:sldId id="975" r:id="rId34"/>
    <p:sldId id="954" r:id="rId35"/>
    <p:sldId id="882" r:id="rId36"/>
    <p:sldId id="932" r:id="rId37"/>
    <p:sldId id="978" r:id="rId38"/>
    <p:sldId id="973" r:id="rId39"/>
    <p:sldId id="977" r:id="rId40"/>
    <p:sldId id="976" r:id="rId41"/>
    <p:sldId id="886" r:id="rId42"/>
    <p:sldId id="885" r:id="rId43"/>
    <p:sldId id="949" r:id="rId44"/>
    <p:sldId id="968" r:id="rId45"/>
    <p:sldId id="982" r:id="rId46"/>
    <p:sldId id="983" r:id="rId47"/>
    <p:sldId id="908" r:id="rId48"/>
    <p:sldId id="979" r:id="rId49"/>
    <p:sldId id="980" r:id="rId5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985"/>
            <p14:sldId id="984"/>
            <p14:sldId id="852"/>
            <p14:sldId id="969"/>
            <p14:sldId id="937"/>
            <p14:sldId id="883"/>
            <p14:sldId id="981"/>
            <p14:sldId id="974"/>
            <p14:sldId id="975"/>
            <p14:sldId id="954"/>
            <p14:sldId id="882"/>
            <p14:sldId id="932"/>
            <p14:sldId id="978"/>
            <p14:sldId id="973"/>
            <p14:sldId id="977"/>
            <p14:sldId id="976"/>
            <p14:sldId id="886"/>
            <p14:sldId id="885"/>
            <p14:sldId id="949"/>
            <p14:sldId id="968"/>
            <p14:sldId id="982"/>
            <p14:sldId id="983"/>
            <p14:sldId id="908"/>
            <p14:sldId id="979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62" autoAdjust="0"/>
    <p:restoredTop sz="94297" autoAdjust="0"/>
  </p:normalViewPr>
  <p:slideViewPr>
    <p:cSldViewPr snapToGrid="0">
      <p:cViewPr>
        <p:scale>
          <a:sx n="66" d="100"/>
          <a:sy n="66" d="100"/>
        </p:scale>
        <p:origin x="1416" y="365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41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commentAuthors" Target="comment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12CA-9D2F-F288-FA76-3143D6F94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E904F3-3AB1-ACD5-18C2-8CD56885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0EC024-0D98-D39D-2E50-BDA85B9AA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811EF2-08FC-31B3-3B73-F3AB56255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0619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0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jpe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19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gi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4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76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362385"/>
            <a:ext cx="5542552" cy="1020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807805" y="3512402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449177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16084" y="4895208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6" y="222571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BB518C-633A-673B-41F0-BA4EEAC59452}"/>
              </a:ext>
            </a:extLst>
          </p:cNvPr>
          <p:cNvSpPr txBox="1"/>
          <p:nvPr/>
        </p:nvSpPr>
        <p:spPr>
          <a:xfrm>
            <a:off x="682906" y="4830208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9" y="1804226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4" y="2230987"/>
            <a:ext cx="3444538" cy="6934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DABCB4-1F9B-A797-8036-699B048035FA}"/>
              </a:ext>
            </a:extLst>
          </p:cNvPr>
          <p:cNvSpPr txBox="1"/>
          <p:nvPr/>
        </p:nvSpPr>
        <p:spPr>
          <a:xfrm>
            <a:off x="655898" y="406364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4F38839-7FB8-6C62-A537-62572C760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814" y="4830208"/>
            <a:ext cx="1386960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213965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D8D4-2F0F-5261-3B64-C80B5D8B1936}"/>
              </a:ext>
            </a:extLst>
          </p:cNvPr>
          <p:cNvSpPr txBox="1"/>
          <p:nvPr/>
        </p:nvSpPr>
        <p:spPr>
          <a:xfrm>
            <a:off x="657828" y="4659459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651181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2139657"/>
            <a:ext cx="1409822" cy="723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319949-DED4-D938-BB73-D0199B12EACD}"/>
              </a:ext>
            </a:extLst>
          </p:cNvPr>
          <p:cNvSpPr txBox="1"/>
          <p:nvPr/>
        </p:nvSpPr>
        <p:spPr>
          <a:xfrm>
            <a:off x="657827" y="3986317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D34EC6D-DBD8-CE6C-BD65-278DC9695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71" y="4886210"/>
            <a:ext cx="16079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       (n, 3)    @   (3, 1)   +  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790862" y="2624259"/>
            <a:ext cx="2476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Matrix Formulation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179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3045" y="3170262"/>
            <a:ext cx="3021634" cy="4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533998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4013960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99149" y="5781305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1533998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4013960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8)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2426858" y="5394996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680" y="1943846"/>
            <a:ext cx="6308709" cy="446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076B-271E-F396-1E87-506FB3DF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75B5A308-045A-11C6-CE52-5425D8AE1479}"/>
              </a:ext>
            </a:extLst>
          </p:cNvPr>
          <p:cNvSpPr/>
          <p:nvPr/>
        </p:nvSpPr>
        <p:spPr>
          <a:xfrm>
            <a:off x="5473138" y="3207102"/>
            <a:ext cx="2033870" cy="2033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D14F32-CD11-71F2-8B85-9981541A4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A2CB347-45E3-9BD7-AE94-850A009BEEC3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/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/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/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/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/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/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CEC9145E-6BE3-3522-46BA-A1F8DFE27389}"/>
              </a:ext>
            </a:extLst>
          </p:cNvPr>
          <p:cNvCxnSpPr>
            <a:cxnSpLocks/>
            <a:stCxn id="48" idx="6"/>
          </p:cNvCxnSpPr>
          <p:nvPr/>
        </p:nvCxnSpPr>
        <p:spPr bwMode="auto">
          <a:xfrm>
            <a:off x="2365859" y="3017429"/>
            <a:ext cx="2960764" cy="76900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405150CF-C762-F04C-6232-F9EA8828B66B}"/>
              </a:ext>
            </a:extLst>
          </p:cNvPr>
          <p:cNvCxnSpPr>
            <a:cxnSpLocks/>
            <a:stCxn id="49" idx="6"/>
          </p:cNvCxnSpPr>
          <p:nvPr/>
        </p:nvCxnSpPr>
        <p:spPr bwMode="auto">
          <a:xfrm>
            <a:off x="2365859" y="3638115"/>
            <a:ext cx="2973221" cy="5485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2E2FEB6B-E706-ADAD-A05B-FF897D578B27}"/>
              </a:ext>
            </a:extLst>
          </p:cNvPr>
          <p:cNvCxnSpPr>
            <a:cxnSpLocks/>
            <a:stCxn id="50" idx="6"/>
          </p:cNvCxnSpPr>
          <p:nvPr/>
        </p:nvCxnSpPr>
        <p:spPr bwMode="auto">
          <a:xfrm flipV="1">
            <a:off x="2394259" y="4464567"/>
            <a:ext cx="2944821" cy="9437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/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/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/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B919A0C-13B1-E652-5D73-08324B063105}"/>
              </a:ext>
            </a:extLst>
          </p:cNvPr>
          <p:cNvCxnSpPr>
            <a:cxnSpLocks/>
          </p:cNvCxnSpPr>
          <p:nvPr/>
        </p:nvCxnSpPr>
        <p:spPr bwMode="auto">
          <a:xfrm>
            <a:off x="8128000" y="4193917"/>
            <a:ext cx="662994" cy="1059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AD86961-E53D-74BC-169C-6DAC650877E4}"/>
              </a:ext>
            </a:extLst>
          </p:cNvPr>
          <p:cNvSpPr/>
          <p:nvPr/>
        </p:nvSpPr>
        <p:spPr>
          <a:xfrm>
            <a:off x="6904514" y="3078717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74A92C7-5CA5-C7C6-5D4B-C2B781294039}"/>
              </a:ext>
            </a:extLst>
          </p:cNvPr>
          <p:cNvSpPr/>
          <p:nvPr/>
        </p:nvSpPr>
        <p:spPr>
          <a:xfrm>
            <a:off x="1340095" y="2508652"/>
            <a:ext cx="9764785" cy="3373988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92BE65-16E1-79AB-D58C-3B8B3F7C71A4}"/>
              </a:ext>
            </a:extLst>
          </p:cNvPr>
          <p:cNvSpPr txBox="1"/>
          <p:nvPr/>
        </p:nvSpPr>
        <p:spPr>
          <a:xfrm>
            <a:off x="9478614" y="2083095"/>
            <a:ext cx="7486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Output:</a:t>
            </a:r>
            <a:endParaRPr lang="ko-KR" altLang="en-US" sz="1600" b="1" dirty="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/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  <a:blipFill>
                <a:blip r:embed="rId11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/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  <a:blipFill>
                <a:blip r:embed="rId12"/>
                <a:stretch>
                  <a:fillRect l="-1208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BA7FF963-6D65-A369-12AE-0026E2114155}"/>
              </a:ext>
            </a:extLst>
          </p:cNvPr>
          <p:cNvSpPr/>
          <p:nvPr/>
        </p:nvSpPr>
        <p:spPr>
          <a:xfrm>
            <a:off x="324898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EE9A40A-EA84-6616-C52A-048653517572}"/>
              </a:ext>
            </a:extLst>
          </p:cNvPr>
          <p:cNvSpPr/>
          <p:nvPr/>
        </p:nvSpPr>
        <p:spPr>
          <a:xfrm>
            <a:off x="167624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BE7EA826-D1DC-DA83-EFA1-66CB24AA4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7166F0-759F-CE48-9450-E2B6C8289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630" y="3828165"/>
            <a:ext cx="930838" cy="75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/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16ACF432-A2AA-96B1-F14D-49646C09F552}"/>
              </a:ext>
            </a:extLst>
          </p:cNvPr>
          <p:cNvSpPr/>
          <p:nvPr/>
        </p:nvSpPr>
        <p:spPr>
          <a:xfrm>
            <a:off x="186611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CAB7B84C-2B17-22C5-0FEB-C9DCB4B7188F}"/>
              </a:ext>
            </a:extLst>
          </p:cNvPr>
          <p:cNvSpPr/>
          <p:nvPr/>
        </p:nvSpPr>
        <p:spPr>
          <a:xfrm>
            <a:off x="186611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D831CB37-F93A-2ACA-6F30-0A2AB5F2B8D9}"/>
              </a:ext>
            </a:extLst>
          </p:cNvPr>
          <p:cNvSpPr/>
          <p:nvPr/>
        </p:nvSpPr>
        <p:spPr>
          <a:xfrm>
            <a:off x="189451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4F81C9D0-32B1-3563-5DCB-C8E28199B78C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6490073" y="3207102"/>
            <a:ext cx="0" cy="20338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65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23" grpId="0"/>
      <p:bldP spid="24" grpId="0"/>
      <p:bldP spid="29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021" y="2194926"/>
            <a:ext cx="5945428" cy="4521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42772" y="3828764"/>
            <a:ext cx="271030" cy="271030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42772" y="4260880"/>
            <a:ext cx="271030" cy="271030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42772" y="4692996"/>
            <a:ext cx="271030" cy="271030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42772" y="5125113"/>
            <a:ext cx="271030" cy="271030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464180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399346" y="2316724"/>
            <a:ext cx="342900" cy="1814982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5750192" y="2728365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244291"/>
                <a:ext cx="10912028" cy="1020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4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4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4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4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244291"/>
                <a:ext cx="10912028" cy="1020216"/>
              </a:xfrm>
              <a:prstGeom prst="rect">
                <a:avLst/>
              </a:prstGeom>
              <a:blipFill>
                <a:blip r:embed="rId3"/>
                <a:stretch>
                  <a:fillRect l="-168" b="-53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933450" y="2438400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933450" y="6506161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537021" y="2496219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5166178" y="6104479"/>
            <a:ext cx="14763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AF37F2D-2B7E-F7AC-7A87-EE51558AE7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8FF01-38B3-F700-A018-83D7C481856C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0D652D-4259-A877-8EEC-8F95CA0DF5C9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691556-285E-295F-7E36-82C5AF7FF87A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1D66E-3002-A56F-DF76-AA82152E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D61D28-EFC5-6097-DEE8-D30506D427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2781A-2383-4E2D-7B76-619F7FA06A3A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54501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49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2125</TotalTime>
  <Words>4215</Words>
  <Application>Microsoft Office PowerPoint</Application>
  <PresentationFormat>와이드스크린</PresentationFormat>
  <Paragraphs>498</Paragraphs>
  <Slides>49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62" baseType="lpstr">
      <vt:lpstr>D2Coding</vt:lpstr>
      <vt:lpstr>NanumGothicExtraBold</vt:lpstr>
      <vt:lpstr>맑은 고딕</vt:lpstr>
      <vt:lpstr>맑은 고딕 Semilight</vt:lpstr>
      <vt:lpstr>바탕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64</cp:revision>
  <dcterms:created xsi:type="dcterms:W3CDTF">2026-04-06T01:00:39Z</dcterms:created>
  <dcterms:modified xsi:type="dcterms:W3CDTF">2026-04-24T13:03:46Z</dcterms:modified>
  <cp:version/>
</cp:coreProperties>
</file>