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985" r:id="rId29"/>
    <p:sldId id="984" r:id="rId30"/>
    <p:sldId id="852" r:id="rId31"/>
    <p:sldId id="969" r:id="rId32"/>
    <p:sldId id="937" r:id="rId33"/>
    <p:sldId id="883" r:id="rId34"/>
    <p:sldId id="988" r:id="rId35"/>
    <p:sldId id="989" r:id="rId36"/>
    <p:sldId id="981" r:id="rId37"/>
    <p:sldId id="974" r:id="rId38"/>
    <p:sldId id="997" r:id="rId39"/>
    <p:sldId id="975" r:id="rId40"/>
    <p:sldId id="954" r:id="rId41"/>
    <p:sldId id="882" r:id="rId42"/>
    <p:sldId id="932" r:id="rId43"/>
    <p:sldId id="993" r:id="rId44"/>
    <p:sldId id="998" r:id="rId4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3" Type="http://schemas.openxmlformats.org/officeDocument/2006/relationships/image" Target="../media/image561.png"/><Relationship Id="rId7" Type="http://schemas.openxmlformats.org/officeDocument/2006/relationships/image" Target="../media/image601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1.png"/><Relationship Id="rId11" Type="http://schemas.openxmlformats.org/officeDocument/2006/relationships/image" Target="../media/image66.png"/><Relationship Id="rId5" Type="http://schemas.openxmlformats.org/officeDocument/2006/relationships/image" Target="../media/image581.png"/><Relationship Id="rId10" Type="http://schemas.openxmlformats.org/officeDocument/2006/relationships/image" Target="../media/image65.png"/><Relationship Id="rId4" Type="http://schemas.openxmlformats.org/officeDocument/2006/relationships/image" Target="../media/image571.png"/><Relationship Id="rId9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70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64543" cy="878947"/>
          </a:xfrm>
        </p:spPr>
        <p:txBody>
          <a:bodyPr>
            <a:normAutofit/>
          </a:bodyPr>
          <a:lstStyle/>
          <a:p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Tanh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함수를 가진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노드로 구성된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거쳐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출력변수를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산술식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The simplest neural network in three views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CDEF105-4A5D-59B7-96FD-A6C8884550BB}"/>
              </a:ext>
            </a:extLst>
          </p:cNvPr>
          <p:cNvGrpSpPr/>
          <p:nvPr/>
        </p:nvGrpSpPr>
        <p:grpSpPr>
          <a:xfrm>
            <a:off x="935154" y="2583049"/>
            <a:ext cx="10368894" cy="3506598"/>
            <a:chOff x="935154" y="2583049"/>
            <a:chExt cx="10368894" cy="350659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824431-A33D-CFBF-C087-56F75267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5154" y="2583049"/>
              <a:ext cx="5361474" cy="350659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F4B6939-FBEC-96F2-1958-DC9328193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1707" y="2583049"/>
              <a:ext cx="5052341" cy="35065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2670</TotalTime>
  <Words>2724</Words>
  <Application>Microsoft Office PowerPoint</Application>
  <PresentationFormat>와이드스크린</PresentationFormat>
  <Paragraphs>343</Paragraphs>
  <Slides>44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7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77</cp:revision>
  <dcterms:created xsi:type="dcterms:W3CDTF">2026-04-06T01:00:39Z</dcterms:created>
  <dcterms:modified xsi:type="dcterms:W3CDTF">2026-04-27T22:55:26Z</dcterms:modified>
  <cp:version/>
</cp:coreProperties>
</file>