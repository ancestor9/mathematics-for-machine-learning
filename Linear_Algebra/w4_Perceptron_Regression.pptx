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97" r:id="rId36"/>
    <p:sldId id="975" r:id="rId37"/>
    <p:sldId id="954" r:id="rId38"/>
    <p:sldId id="882" r:id="rId39"/>
    <p:sldId id="932" r:id="rId40"/>
    <p:sldId id="993" r:id="rId41"/>
    <p:sldId id="998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97"/>
            <p14:sldId id="975"/>
            <p14:sldId id="954"/>
            <p14:sldId id="882"/>
            <p14:sldId id="932"/>
            <p14:sldId id="993"/>
            <p14:sldId id="998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-701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1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stochasti%20gradient%20descent.xlsx" TargetMode="Externa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0.png"/><Relationship Id="rId2" Type="http://schemas.openxmlformats.org/officeDocument/2006/relationships/image" Target="../media/image75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45" y="2230173"/>
            <a:ext cx="5075557" cy="35942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3A6ED75-9CD7-26AF-BB51-C91C68A880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4347" y="2230173"/>
            <a:ext cx="5215970" cy="3594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713" y="1387105"/>
            <a:ext cx="2994574" cy="2217136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486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4926A-290F-6417-8297-FE889C7E9708}"/>
              </a:ext>
            </a:extLst>
          </p:cNvPr>
          <p:cNvSpPr txBox="1"/>
          <p:nvPr/>
        </p:nvSpPr>
        <p:spPr>
          <a:xfrm>
            <a:off x="523875" y="1557318"/>
            <a:ext cx="3729263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sgd.xlsx</a:t>
            </a:r>
            <a:r>
              <a:rPr lang="en-US" altLang="ko-KR" sz="18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recap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BD0B6-A6ED-F6E5-D9BA-7D375EA25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AD31B-30C8-7B17-79C6-D1ED41A4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7167576-2A3B-AC12-A254-7AEAC9DFA3C7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A08A5927-BCE8-17F3-722E-F94816AA1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64543" cy="878947"/>
          </a:xfrm>
        </p:spPr>
        <p:txBody>
          <a:bodyPr>
            <a:normAutofit/>
          </a:bodyPr>
          <a:lstStyle/>
          <a:p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Tanh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함수를 가진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노드로 구성된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거쳐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출력변수를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구조와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산술식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103D2B85-BC15-4243-74EF-3794CD00BFC2}"/>
              </a:ext>
            </a:extLst>
          </p:cNvPr>
          <p:cNvSpPr txBox="1">
            <a:spLocks/>
          </p:cNvSpPr>
          <p:nvPr/>
        </p:nvSpPr>
        <p:spPr>
          <a:xfrm>
            <a:off x="689421" y="57042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The simplest neural network in three views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CDEF105-4A5D-59B7-96FD-A6C8884550BB}"/>
              </a:ext>
            </a:extLst>
          </p:cNvPr>
          <p:cNvGrpSpPr/>
          <p:nvPr/>
        </p:nvGrpSpPr>
        <p:grpSpPr>
          <a:xfrm>
            <a:off x="935154" y="2583049"/>
            <a:ext cx="10368894" cy="3506598"/>
            <a:chOff x="935154" y="2583049"/>
            <a:chExt cx="10368894" cy="350659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A824431-A33D-CFBF-C087-56F752670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5154" y="2583049"/>
              <a:ext cx="5361474" cy="3506598"/>
            </a:xfrm>
            <a:prstGeom prst="rect">
              <a:avLst/>
            </a:prstGeom>
          </p:spPr>
        </p:pic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F4B6939-FBEC-96F2-1958-DC93281931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51707" y="2583049"/>
              <a:ext cx="5052341" cy="35065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023853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 by Chain Rule of Derivatives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F39ACDE8-F59C-CDD3-B11E-4B8FF9B41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95" y="1405799"/>
            <a:ext cx="9114310" cy="9906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98AACC0A-6245-58F3-ECC0-6815BD10B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295" y="2525287"/>
            <a:ext cx="1666758" cy="244404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D8ECA170-DD4D-1F30-3218-C6E0EDE5E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291" y="2525287"/>
            <a:ext cx="5609284" cy="2644377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E55BE3-2773-A0A0-42DC-B28F901A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0178" y="2525287"/>
            <a:ext cx="1891131" cy="2227688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9CCFDF4-ECDD-62F9-246F-771739C9B2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0503" y="5388739"/>
            <a:ext cx="8645102" cy="1195217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038C66A-0911-EB2F-2FDC-2073B07828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1352" y="1405799"/>
            <a:ext cx="2010184" cy="159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70770-A5A1-D8F7-701A-E2146CB1D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702CB-7775-B97C-29D2-156382559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43CFD4-FEB4-426A-D021-E60D6B6D5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5849E8-EADB-BBF5-4F28-29C74838801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86ECCEC-F4F8-7DCE-BAC1-50ED6FBD84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96D46D0-9007-D678-35D0-23122E89D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5973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21A24-772E-52A2-1347-2047E88BB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CC5D36-780A-3C37-ECB3-3C52858B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D1F52A1-8777-EB8E-2169-4B78B61922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Deep Learning Mechanism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E987D5A-EC9B-AA0E-36C8-B023D1897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357" y="1943382"/>
            <a:ext cx="4691425" cy="297123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C21F2C9-6306-5740-6E90-DA22B46ABE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8478" y="1943382"/>
            <a:ext cx="3183467" cy="4144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7350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2633</TotalTime>
  <Words>2673</Words>
  <Application>Microsoft Office PowerPoint</Application>
  <PresentationFormat>와이드스크린</PresentationFormat>
  <Paragraphs>328</Paragraphs>
  <Slides>41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4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75</cp:revision>
  <dcterms:created xsi:type="dcterms:W3CDTF">2026-04-06T01:00:39Z</dcterms:created>
  <dcterms:modified xsi:type="dcterms:W3CDTF">2026-04-27T14:20:09Z</dcterms:modified>
  <cp:version/>
</cp:coreProperties>
</file>