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3"/>
  </p:notesMasterIdLst>
  <p:handoutMasterIdLst>
    <p:handoutMasterId r:id="rId54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47" r:id="rId14"/>
    <p:sldId id="931" r:id="rId15"/>
    <p:sldId id="936" r:id="rId16"/>
    <p:sldId id="958" r:id="rId17"/>
    <p:sldId id="873" r:id="rId18"/>
    <p:sldId id="907" r:id="rId19"/>
    <p:sldId id="945" r:id="rId20"/>
    <p:sldId id="946" r:id="rId21"/>
    <p:sldId id="930" r:id="rId22"/>
    <p:sldId id="928" r:id="rId23"/>
    <p:sldId id="851" r:id="rId24"/>
    <p:sldId id="852" r:id="rId25"/>
    <p:sldId id="883" r:id="rId26"/>
    <p:sldId id="932" r:id="rId27"/>
    <p:sldId id="956" r:id="rId28"/>
    <p:sldId id="957" r:id="rId29"/>
    <p:sldId id="908" r:id="rId30"/>
    <p:sldId id="880" r:id="rId31"/>
    <p:sldId id="929" r:id="rId32"/>
    <p:sldId id="846" r:id="rId33"/>
    <p:sldId id="950" r:id="rId34"/>
    <p:sldId id="951" r:id="rId35"/>
    <p:sldId id="952" r:id="rId36"/>
    <p:sldId id="953" r:id="rId37"/>
    <p:sldId id="955" r:id="rId38"/>
    <p:sldId id="954" r:id="rId39"/>
    <p:sldId id="927" r:id="rId40"/>
    <p:sldId id="937" r:id="rId41"/>
    <p:sldId id="879" r:id="rId42"/>
    <p:sldId id="881" r:id="rId43"/>
    <p:sldId id="882" r:id="rId44"/>
    <p:sldId id="884" r:id="rId45"/>
    <p:sldId id="919" r:id="rId46"/>
    <p:sldId id="886" r:id="rId47"/>
    <p:sldId id="887" r:id="rId48"/>
    <p:sldId id="885" r:id="rId49"/>
    <p:sldId id="949" r:id="rId50"/>
    <p:sldId id="285" r:id="rId51"/>
    <p:sldId id="284" r:id="rId5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36"/>
            <p14:sldId id="958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883"/>
            <p14:sldId id="932"/>
            <p14:sldId id="956"/>
            <p14:sldId id="957"/>
            <p14:sldId id="908"/>
            <p14:sldId id="880"/>
            <p14:sldId id="929"/>
            <p14:sldId id="846"/>
            <p14:sldId id="950"/>
            <p14:sldId id="951"/>
            <p14:sldId id="952"/>
            <p14:sldId id="953"/>
            <p14:sldId id="955"/>
            <p14:sldId id="954"/>
            <p14:sldId id="927"/>
            <p14:sldId id="937"/>
            <p14:sldId id="879"/>
            <p14:sldId id="881"/>
            <p14:sldId id="882"/>
            <p14:sldId id="884"/>
            <p14:sldId id="919"/>
            <p14:sldId id="886"/>
            <p14:sldId id="887"/>
            <p14:sldId id="885"/>
            <p14:sldId id="949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28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ai.net/nnet/multi-layer" TargetMode="External"/><Relationship Id="rId3" Type="http://schemas.openxmlformats.org/officeDocument/2006/relationships/image" Target="../media/image25.png"/><Relationship Id="rId7" Type="http://schemas.openxmlformats.org/officeDocument/2006/relationships/hyperlink" Target="https://www.101ai.net/nnet/backprop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nnet/perceptron" TargetMode="External"/><Relationship Id="rId5" Type="http://schemas.openxmlformats.org/officeDocument/2006/relationships/hyperlink" Target="https://www.101ai.net/basics/st-gradient-descent" TargetMode="External"/><Relationship Id="rId10" Type="http://schemas.openxmlformats.org/officeDocument/2006/relationships/image" Target="../media/image27.png"/><Relationship Id="rId4" Type="http://schemas.openxmlformats.org/officeDocument/2006/relationships/hyperlink" Target="https://www.101ai.net/basics/gradient-descent" TargetMode="External"/><Relationship Id="rId9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32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gi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2.png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49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0.png"/><Relationship Id="rId4" Type="http://schemas.openxmlformats.org/officeDocument/2006/relationships/image" Target="../media/image65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7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0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72.png"/><Relationship Id="rId4" Type="http://schemas.openxmlformats.org/officeDocument/2006/relationships/image" Target="../media/image69.png"/><Relationship Id="rId9" Type="http://schemas.microsoft.com/office/2007/relationships/hdphoto" Target="../media/hdphoto6.wdp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7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jpeg"/><Relationship Id="rId4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5E0E3B5-B9DB-A121-39C8-5D8833498C7E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034654-E34D-72B4-9948-0D515D6A8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5DBA-F2A8-999E-4B9A-98141463755C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C6E6DC6-F763-F831-5B94-C4EF2B5B9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812" y="1541838"/>
            <a:ext cx="6323832" cy="43880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4F23CA-E282-86AC-37CE-C54A91DF6A09}"/>
              </a:ext>
            </a:extLst>
          </p:cNvPr>
          <p:cNvSpPr txBox="1"/>
          <p:nvPr/>
        </p:nvSpPr>
        <p:spPr>
          <a:xfrm>
            <a:off x="475645" y="1929326"/>
            <a:ext cx="4747263" cy="29993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gradient-descent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Stochastic-gradient-descent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Perceptron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Backpropagation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Multi-layer Network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순차적으로 직접 실습하여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Feedfoward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등을 이해 하자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0702A1BD-32EC-CDBF-8212-20935A8915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26023" y="2203023"/>
            <a:ext cx="3503384" cy="4198363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6C2DD7B0-91FE-3C6E-4F40-3614B8F7C6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5359" y="3349409"/>
            <a:ext cx="4934594" cy="281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구글 시트의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22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19977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11192480" cy="766439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3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386965"/>
            <a:ext cx="4535863" cy="46935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3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386965"/>
            <a:ext cx="4535863" cy="5093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6348605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082568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5870731"/>
            <a:ext cx="23407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68967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048942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47245" y="479211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39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45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2498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86C36270-EFBC-B89D-7374-458A2B615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78999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1458</TotalTime>
  <Words>3219</Words>
  <Application>Microsoft Office PowerPoint</Application>
  <PresentationFormat>와이드스크린</PresentationFormat>
  <Paragraphs>438</Paragraphs>
  <Slides>51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63" baseType="lpstr">
      <vt:lpstr>D2Coding</vt:lpstr>
      <vt:lpstr>NanumGothicExtraBold</vt:lpstr>
      <vt:lpstr>맑은 고딕</vt:lpstr>
      <vt:lpstr>맑은 고딕 Semilight</vt:lpstr>
      <vt:lpstr>바탕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47</cp:revision>
  <dcterms:created xsi:type="dcterms:W3CDTF">2026-04-06T01:00:39Z</dcterms:created>
  <dcterms:modified xsi:type="dcterms:W3CDTF">2026-04-21T04:54:58Z</dcterms:modified>
  <cp:version/>
</cp:coreProperties>
</file>