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31" r:id="rId14"/>
    <p:sldId id="936" r:id="rId15"/>
    <p:sldId id="873" r:id="rId16"/>
    <p:sldId id="907" r:id="rId17"/>
    <p:sldId id="930" r:id="rId18"/>
    <p:sldId id="928" r:id="rId19"/>
    <p:sldId id="851" r:id="rId20"/>
    <p:sldId id="852" r:id="rId21"/>
    <p:sldId id="932" r:id="rId22"/>
    <p:sldId id="908" r:id="rId23"/>
    <p:sldId id="929" r:id="rId24"/>
    <p:sldId id="846" r:id="rId25"/>
    <p:sldId id="927" r:id="rId26"/>
    <p:sldId id="937" r:id="rId27"/>
    <p:sldId id="876" r:id="rId28"/>
    <p:sldId id="879" r:id="rId29"/>
    <p:sldId id="881" r:id="rId30"/>
    <p:sldId id="880" r:id="rId31"/>
    <p:sldId id="883" r:id="rId32"/>
    <p:sldId id="882" r:id="rId33"/>
    <p:sldId id="884" r:id="rId34"/>
    <p:sldId id="919" r:id="rId35"/>
    <p:sldId id="886" r:id="rId36"/>
    <p:sldId id="887" r:id="rId37"/>
    <p:sldId id="885" r:id="rId38"/>
    <p:sldId id="285" r:id="rId39"/>
    <p:sldId id="284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31"/>
            <p14:sldId id="936"/>
            <p14:sldId id="873"/>
            <p14:sldId id="907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jpe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png"/><Relationship Id="rId4" Type="http://schemas.openxmlformats.org/officeDocument/2006/relationships/image" Target="../media/image6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48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7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59.png"/><Relationship Id="rId4" Type="http://schemas.openxmlformats.org/officeDocument/2006/relationships/image" Target="../media/image56.png"/><Relationship Id="rId9" Type="http://schemas.microsoft.com/office/2007/relationships/hdphoto" Target="../media/hdphoto6.wdp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85034654-E34D-72B4-9948-0D515D6A8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496" y="2438880"/>
            <a:ext cx="5133814" cy="4026682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505DBA-F2A8-999E-4B9A-98141463755C}"/>
              </a:ext>
            </a:extLst>
          </p:cNvPr>
          <p:cNvSpPr txBox="1"/>
          <p:nvPr/>
        </p:nvSpPr>
        <p:spPr>
          <a:xfrm>
            <a:off x="5793548" y="2438880"/>
            <a:ext cx="15055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2925745" y="6203952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4059" y="2513172"/>
            <a:ext cx="968757" cy="363099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7690" y="2495212"/>
            <a:ext cx="1905728" cy="3648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308" y="1590674"/>
            <a:ext cx="10034891" cy="4617037"/>
          </a:xfrm>
        </p:spPr>
        <p:txBody>
          <a:bodyPr>
            <a:noAutofit/>
          </a:bodyPr>
          <a:lstStyle/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 수치형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E64A05-EC9A-7A18-276B-BAE1ACCE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248422"/>
            <a:ext cx="3599209" cy="53329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4E6098-1902-C2B9-D42B-B9F5D7D5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97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3A0907-AE0A-B055-AB47-80AD86670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25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34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933</TotalTime>
  <Words>1471</Words>
  <Application>Microsoft Office PowerPoint</Application>
  <PresentationFormat>와이드스크린</PresentationFormat>
  <Paragraphs>244</Paragraphs>
  <Slides>39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0" baseType="lpstr"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</cp:revision>
  <dcterms:created xsi:type="dcterms:W3CDTF">2026-04-06T01:00:39Z</dcterms:created>
  <dcterms:modified xsi:type="dcterms:W3CDTF">2026-04-17T08:50:50Z</dcterms:modified>
  <cp:version/>
</cp:coreProperties>
</file>