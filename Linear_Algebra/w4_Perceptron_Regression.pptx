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handoutMasterIdLst>
    <p:handoutMasterId r:id="rId65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97" r:id="rId36"/>
    <p:sldId id="975" r:id="rId37"/>
    <p:sldId id="954" r:id="rId38"/>
    <p:sldId id="882" r:id="rId39"/>
    <p:sldId id="932" r:id="rId40"/>
    <p:sldId id="993" r:id="rId41"/>
    <p:sldId id="998" r:id="rId42"/>
    <p:sldId id="996" r:id="rId43"/>
    <p:sldId id="978" r:id="rId44"/>
    <p:sldId id="973" r:id="rId45"/>
    <p:sldId id="977" r:id="rId46"/>
    <p:sldId id="986" r:id="rId47"/>
    <p:sldId id="976" r:id="rId48"/>
    <p:sldId id="886" r:id="rId49"/>
    <p:sldId id="949" r:id="rId50"/>
    <p:sldId id="991" r:id="rId51"/>
    <p:sldId id="990" r:id="rId52"/>
    <p:sldId id="992" r:id="rId53"/>
    <p:sldId id="987" r:id="rId54"/>
    <p:sldId id="982" r:id="rId55"/>
    <p:sldId id="983" r:id="rId56"/>
    <p:sldId id="968" r:id="rId57"/>
    <p:sldId id="994" r:id="rId58"/>
    <p:sldId id="908" r:id="rId59"/>
    <p:sldId id="885" r:id="rId60"/>
    <p:sldId id="979" r:id="rId61"/>
    <p:sldId id="980" r:id="rId62"/>
    <p:sldId id="995" r:id="rId6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932"/>
            <p14:sldId id="993"/>
            <p14:sldId id="998"/>
            <p14:sldId id="996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94"/>
            <p14:sldId id="908"/>
            <p14:sldId id="885"/>
            <p14:sldId id="979"/>
            <p14:sldId id="980"/>
            <p14:sldId id="99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790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09183-5E61-F641-2ADD-936EF6B72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1F5D21-3248-02CC-A862-5657DFF4A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B9568E-0208-5A9B-2849-6B7CF00F2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AB8640-DF46-CA2F-C2D1-CD46F4B19D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5582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1DC03-7D57-3917-5544-74CDAFC8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A89F99-0772-7A5B-A1D7-B526A7D763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3B0A05-BFDB-360D-1FB8-9D6E9DB3C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73AA19-2E41-979A-4F8E-D8EB7814B6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3598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1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8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105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64543" cy="878947"/>
          </a:xfrm>
        </p:spPr>
        <p:txBody>
          <a:bodyPr>
            <a:normAutofit/>
          </a:bodyPr>
          <a:lstStyle/>
          <a:p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Tanh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함수를 가진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노드로 구성된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거쳐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출력변수를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산술식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The simplest neural network in three views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CDEF105-4A5D-59B7-96FD-A6C8884550BB}"/>
              </a:ext>
            </a:extLst>
          </p:cNvPr>
          <p:cNvGrpSpPr/>
          <p:nvPr/>
        </p:nvGrpSpPr>
        <p:grpSpPr>
          <a:xfrm>
            <a:off x="935154" y="2583049"/>
            <a:ext cx="10368894" cy="3506598"/>
            <a:chOff x="935154" y="2583049"/>
            <a:chExt cx="10368894" cy="350659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824431-A33D-CFBF-C087-56F75267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5154" y="2583049"/>
              <a:ext cx="5361474" cy="350659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F4B6939-FBEC-96F2-1958-DC9328193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1707" y="2583049"/>
              <a:ext cx="5052341" cy="35065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9D336-5AA5-A83C-731C-2357EA3AE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3302CE-928C-D952-6BBD-FDB12192CC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DB6679A-217F-3D69-495F-CE1D71BFF5A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6432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61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4406C-F485-A977-D3B2-7B4BA9E3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179BE79-7BA8-0175-B313-2D6723C22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88294E6-B883-D278-E8DC-F84991EBC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7AF9C1-28B2-597E-AF92-5E1F56D31EFB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5963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2395</TotalTime>
  <Words>5328</Words>
  <Application>Microsoft Office PowerPoint</Application>
  <PresentationFormat>와이드스크린</PresentationFormat>
  <Paragraphs>650</Paragraphs>
  <Slides>62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75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74</cp:revision>
  <dcterms:created xsi:type="dcterms:W3CDTF">2026-04-06T01:00:39Z</dcterms:created>
  <dcterms:modified xsi:type="dcterms:W3CDTF">2026-04-27T10:22:09Z</dcterms:modified>
  <cp:version/>
</cp:coreProperties>
</file>