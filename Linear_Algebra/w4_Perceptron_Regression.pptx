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9"/>
  </p:notesMasterIdLst>
  <p:handoutMasterIdLst>
    <p:handoutMasterId r:id="rId60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75" r:id="rId36"/>
    <p:sldId id="954" r:id="rId37"/>
    <p:sldId id="882" r:id="rId38"/>
    <p:sldId id="932" r:id="rId39"/>
    <p:sldId id="993" r:id="rId40"/>
    <p:sldId id="978" r:id="rId41"/>
    <p:sldId id="973" r:id="rId42"/>
    <p:sldId id="977" r:id="rId43"/>
    <p:sldId id="986" r:id="rId44"/>
    <p:sldId id="976" r:id="rId45"/>
    <p:sldId id="886" r:id="rId46"/>
    <p:sldId id="949" r:id="rId47"/>
    <p:sldId id="991" r:id="rId48"/>
    <p:sldId id="990" r:id="rId49"/>
    <p:sldId id="992" r:id="rId50"/>
    <p:sldId id="987" r:id="rId51"/>
    <p:sldId id="982" r:id="rId52"/>
    <p:sldId id="983" r:id="rId53"/>
    <p:sldId id="968" r:id="rId54"/>
    <p:sldId id="908" r:id="rId55"/>
    <p:sldId id="885" r:id="rId56"/>
    <p:sldId id="979" r:id="rId57"/>
    <p:sldId id="980" r:id="rId5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75"/>
            <p14:sldId id="954"/>
            <p14:sldId id="882"/>
            <p14:sldId id="932"/>
            <p14:sldId id="993"/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08"/>
            <p14:sldId id="885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37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commentAuthors" Target="comment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8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9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80" y="1943846"/>
            <a:ext cx="6308709" cy="446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976" y="1580162"/>
            <a:ext cx="2733822" cy="2024079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361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derative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’ Chain Rule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2328</TotalTime>
  <Words>5201</Words>
  <Application>Microsoft Office PowerPoint</Application>
  <PresentationFormat>와이드스크린</PresentationFormat>
  <Paragraphs>616</Paragraphs>
  <Slides>57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70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66</cp:revision>
  <dcterms:created xsi:type="dcterms:W3CDTF">2026-04-06T01:00:39Z</dcterms:created>
  <dcterms:modified xsi:type="dcterms:W3CDTF">2026-04-26T01:59:10Z</dcterms:modified>
  <cp:version/>
</cp:coreProperties>
</file>