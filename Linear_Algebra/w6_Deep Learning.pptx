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095" r:id="rId9"/>
    <p:sldId id="886" r:id="rId10"/>
    <p:sldId id="1096" r:id="rId11"/>
    <p:sldId id="987" r:id="rId12"/>
    <p:sldId id="1097" r:id="rId13"/>
    <p:sldId id="949" r:id="rId14"/>
    <p:sldId id="991" r:id="rId15"/>
    <p:sldId id="990" r:id="rId16"/>
    <p:sldId id="992" r:id="rId17"/>
    <p:sldId id="982" r:id="rId18"/>
    <p:sldId id="983" r:id="rId19"/>
    <p:sldId id="968" r:id="rId20"/>
    <p:sldId id="994" r:id="rId21"/>
    <p:sldId id="908" r:id="rId22"/>
    <p:sldId id="885" r:id="rId23"/>
    <p:sldId id="1098" r:id="rId24"/>
    <p:sldId id="1103" r:id="rId25"/>
    <p:sldId id="1104" r:id="rId26"/>
    <p:sldId id="1102" r:id="rId27"/>
    <p:sldId id="1105" r:id="rId28"/>
    <p:sldId id="1106" r:id="rId29"/>
    <p:sldId id="1099" r:id="rId30"/>
    <p:sldId id="1100" r:id="rId31"/>
    <p:sldId id="1107" r:id="rId3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92"/>
            <p14:sldId id="982"/>
            <p14:sldId id="983"/>
            <p14:sldId id="968"/>
            <p14:sldId id="994"/>
            <p14:sldId id="908"/>
            <p14:sldId id="885"/>
            <p14:sldId id="1098"/>
            <p14:sldId id="1103"/>
            <p14:sldId id="1104"/>
            <p14:sldId id="1102"/>
            <p14:sldId id="1105"/>
            <p14:sldId id="1106"/>
            <p14:sldId id="1099"/>
            <p14:sldId id="1100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24726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pycaret.gitbook.io/docs/get-started/tutorials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scikit-learn.org/1.3/tutorial/machine_learning_map/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github.com/ancestor9/mathematics-for-machine-learning/tree/main/pytorch_recap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5704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8F64-AE03-83A8-9AC3-946E3E41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D7258-89E0-FD16-303B-902B6CD7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C55FA6B-189E-28C7-6A8E-2B437D18053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1A83C34-C151-41C1-64A0-BD7003F0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320833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41F368-1CB4-5087-3A3D-F11BAC41B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D54FBD-2A11-10A5-4EBC-9030EC7BE9A3}"/>
              </a:ext>
            </a:extLst>
          </p:cNvPr>
          <p:cNvSpPr txBox="1">
            <a:spLocks/>
          </p:cNvSpPr>
          <p:nvPr/>
        </p:nvSpPr>
        <p:spPr>
          <a:xfrm>
            <a:off x="742864" y="5480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25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6398-4BFE-4A9F-6038-C76E929E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91611-FEB0-08B6-3ADF-3D53D7E7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EC02710-FAFA-CB41-8FD4-D3B20F515B4A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DD2D56-AB63-1CFC-3EA8-CE4D97724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235108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D668D96A-CE83-ADD0-F5DF-0380F6FCB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426019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27B050C9-3918-0FC9-3DA7-760BE91EE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426020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74DDD5-5E98-0D28-C1F6-B7C002ADC1E5}"/>
              </a:ext>
            </a:extLst>
          </p:cNvPr>
          <p:cNvSpPr txBox="1"/>
          <p:nvPr/>
        </p:nvSpPr>
        <p:spPr>
          <a:xfrm>
            <a:off x="807720" y="5723600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3259D-9128-168B-95E1-4BB0CB2983A5}"/>
              </a:ext>
            </a:extLst>
          </p:cNvPr>
          <p:cNvSpPr txBox="1"/>
          <p:nvPr/>
        </p:nvSpPr>
        <p:spPr>
          <a:xfrm>
            <a:off x="6267449" y="5723600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5764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DA77C-2E29-FAAD-6486-73DAE99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139A7-D2A7-F7DF-AB8B-CE5F968B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8ABDE38-5B87-6B5E-FD84-F755B556407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Dimensionality Reduction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74B5D32-C566-AE78-5EFB-3C09EEC6D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A22C6A-8BD3-339D-5312-E8D46C32AE62}"/>
              </a:ext>
            </a:extLst>
          </p:cNvPr>
          <p:cNvSpPr txBox="1"/>
          <p:nvPr/>
        </p:nvSpPr>
        <p:spPr>
          <a:xfrm>
            <a:off x="607241" y="1280160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4118A0-E283-62A0-E943-7CF479C2CDA9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C4EBE39-9381-68D1-F7D5-9ABA89C7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68C3BF4C-3BEC-CCAD-51AA-B04850C91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83AD08F-9A65-B9E5-D2AA-91888529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39360056-C6B7-C3C4-513B-DC03845926C0}"/>
              </a:ext>
            </a:extLst>
          </p:cNvPr>
          <p:cNvSpPr txBox="1"/>
          <p:nvPr/>
        </p:nvSpPr>
        <p:spPr>
          <a:xfrm>
            <a:off x="755904" y="2838153"/>
            <a:ext cx="5297424" cy="286232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torchvision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datasets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불러오는 즉시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datasets.MNIST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(root='./data', train=True, download=True).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data.float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불필요한 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확인용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dim=0)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값의 범위를 확인하기 위해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("Standard Deviation of MNIST Pixels")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337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1584A-354B-8854-9D84-8A4AED2B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6891ED-6830-2365-D8C2-4853C34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1C5D85-E399-D2CC-578A-E107FBDAB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41BEBCA-45F9-C50A-C781-59824B65491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EA879B-8433-5CB0-3060-2ED57156B079}"/>
              </a:ext>
            </a:extLst>
          </p:cNvPr>
          <p:cNvSpPr/>
          <p:nvPr/>
        </p:nvSpPr>
        <p:spPr>
          <a:xfrm>
            <a:off x="3538537" y="2428875"/>
            <a:ext cx="3667125" cy="3667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A0C315-4B8C-5501-2CDD-6A01DBFAAA85}"/>
              </a:ext>
            </a:extLst>
          </p:cNvPr>
          <p:cNvSpPr/>
          <p:nvPr/>
        </p:nvSpPr>
        <p:spPr>
          <a:xfrm>
            <a:off x="3612832" y="2494915"/>
            <a:ext cx="3529014" cy="35290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DABCC-D68A-D788-C4E3-121032F9B346}"/>
              </a:ext>
            </a:extLst>
          </p:cNvPr>
          <p:cNvSpPr txBox="1"/>
          <p:nvPr/>
        </p:nvSpPr>
        <p:spPr>
          <a:xfrm>
            <a:off x="590464" y="1300008"/>
            <a:ext cx="1053691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가로 세로 길이가 각각 </a:t>
            </a:r>
            <a:r>
              <a:rPr lang="en-US" altLang="ko-KR" dirty="0"/>
              <a:t>1</a:t>
            </a:r>
            <a:r>
              <a:rPr lang="ko-KR" altLang="en-US" dirty="0"/>
              <a:t>인 정사각형의 </a:t>
            </a:r>
            <a:r>
              <a:rPr lang="ko-KR" altLang="en-US" dirty="0" err="1"/>
              <a:t>태두리</a:t>
            </a:r>
            <a:r>
              <a:rPr lang="en-US" altLang="ko-KR" dirty="0"/>
              <a:t>(</a:t>
            </a:r>
            <a:r>
              <a:rPr lang="ko-KR" altLang="en-US" dirty="0"/>
              <a:t>빨강색</a:t>
            </a:r>
            <a:r>
              <a:rPr lang="en-US" altLang="ko-KR" dirty="0"/>
              <a:t>)</a:t>
            </a:r>
            <a:r>
              <a:rPr lang="ko-KR" altLang="en-US" dirty="0"/>
              <a:t>에 임의의 데이터가 있을 확률을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  <a:r>
              <a:rPr lang="en-US" altLang="ko-KR" dirty="0"/>
              <a:t>, 3</a:t>
            </a:r>
            <a:r>
              <a:rPr lang="ko-KR" altLang="en-US" dirty="0"/>
              <a:t>차원</a:t>
            </a:r>
            <a:r>
              <a:rPr lang="en-US" altLang="ko-KR" dirty="0"/>
              <a:t>, 4</a:t>
            </a:r>
            <a:r>
              <a:rPr lang="ko-KR" altLang="en-US" dirty="0"/>
              <a:t>차원</a:t>
            </a:r>
            <a:r>
              <a:rPr lang="en-US" altLang="ko-KR" dirty="0"/>
              <a:t>, 100</a:t>
            </a:r>
            <a:r>
              <a:rPr lang="ko-KR" altLang="en-US" dirty="0"/>
              <a:t>차원까지 확장하여 계산하라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1D319AD3-7C6F-5D74-D64E-BE0662F2AD89}"/>
              </a:ext>
            </a:extLst>
          </p:cNvPr>
          <p:cNvSpPr/>
          <p:nvPr/>
        </p:nvSpPr>
        <p:spPr>
          <a:xfrm>
            <a:off x="7324724" y="2420619"/>
            <a:ext cx="314325" cy="36671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C1B7EBF-A4EB-27EC-021B-B5EA3DF6E392}"/>
              </a:ext>
            </a:extLst>
          </p:cNvPr>
          <p:cNvSpPr/>
          <p:nvPr/>
        </p:nvSpPr>
        <p:spPr>
          <a:xfrm rot="10800000">
            <a:off x="3104196" y="2502534"/>
            <a:ext cx="314325" cy="34639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/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/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/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b="1" i="1" smtClean="0"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340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9472-2894-5A71-FE73-7C8A5AD8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0B956-C993-C992-80CE-F028A3B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E7A49C6-7D72-B92A-C29E-AF96EFBA289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6" name="Picture 2" descr="The curse(s) of dimensionality | Nature Methods">
            <a:extLst>
              <a:ext uri="{FF2B5EF4-FFF2-40B4-BE49-F238E27FC236}">
                <a16:creationId xmlns:a16="http://schemas.microsoft.com/office/drawing/2014/main" id="{A85A9F98-EF66-2088-4ABF-79F701CB6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3527" y="1601006"/>
            <a:ext cx="4666706" cy="452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648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AABF-8E34-14ED-2A54-48F149A9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25BA0-6347-AD14-4642-034E7A75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FEE2A5-6076-E25F-D547-0D8FBF0FCD2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Self</a:t>
            </a:r>
            <a:r>
              <a:rPr lang="ko-KR" altLang="en-US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study : 40 min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223098-E37F-061C-74F5-64BC667BB779}"/>
              </a:ext>
            </a:extLst>
          </p:cNvPr>
          <p:cNvSpPr txBox="1"/>
          <p:nvPr/>
        </p:nvSpPr>
        <p:spPr>
          <a:xfrm>
            <a:off x="590464" y="1524000"/>
            <a:ext cx="218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pytorch_recap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D8D6F7-8DC7-2BB5-3AF7-8AA8A4BE2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666" y="1412011"/>
            <a:ext cx="4923869" cy="482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098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2544</TotalTime>
  <Words>3048</Words>
  <Application>Microsoft Office PowerPoint</Application>
  <PresentationFormat>와이드스크린</PresentationFormat>
  <Paragraphs>382</Paragraphs>
  <Slides>31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1" baseType="lpstr">
      <vt:lpstr>D2Coding</vt:lpstr>
      <vt:lpstr>맑은 고딕</vt:lpstr>
      <vt:lpstr>맑은 고딕 Semilight</vt:lpstr>
      <vt:lpstr>Batang</vt:lpstr>
      <vt:lpstr>ADLaM Display</vt:lpstr>
      <vt:lpstr>Arial</vt:lpstr>
      <vt:lpstr>Cambria Math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84</cp:revision>
  <dcterms:created xsi:type="dcterms:W3CDTF">2026-04-06T01:00:39Z</dcterms:created>
  <dcterms:modified xsi:type="dcterms:W3CDTF">2026-05-06T20:08:53Z</dcterms:modified>
  <cp:version/>
</cp:coreProperties>
</file>