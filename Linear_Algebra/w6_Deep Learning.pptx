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095" r:id="rId9"/>
    <p:sldId id="886" r:id="rId10"/>
    <p:sldId id="1096" r:id="rId11"/>
    <p:sldId id="987" r:id="rId12"/>
    <p:sldId id="1097" r:id="rId13"/>
    <p:sldId id="949" r:id="rId14"/>
    <p:sldId id="991" r:id="rId15"/>
    <p:sldId id="990" r:id="rId16"/>
    <p:sldId id="992" r:id="rId17"/>
    <p:sldId id="982" r:id="rId18"/>
    <p:sldId id="983" r:id="rId19"/>
    <p:sldId id="968" r:id="rId20"/>
    <p:sldId id="994" r:id="rId21"/>
    <p:sldId id="908" r:id="rId22"/>
    <p:sldId id="885" r:id="rId23"/>
    <p:sldId id="1098" r:id="rId24"/>
    <p:sldId id="1099" r:id="rId25"/>
    <p:sldId id="1100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099"/>
            <p14:sldId id="110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24726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340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ycaret.gitbook.io/docs/get-started/tutorials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1.3/tutorial/machine_learning_map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7D47B66-E746-DFBF-EC11-4B3609F2FF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A78ECC-DC6F-ACF2-5C55-620B31A3F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2500</TotalTime>
  <Words>2785</Words>
  <Application>Microsoft Office PowerPoint</Application>
  <PresentationFormat>와이드스크린</PresentationFormat>
  <Paragraphs>344</Paragraphs>
  <Slides>25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D2Coding</vt:lpstr>
      <vt:lpstr>맑은 고딕</vt:lpstr>
      <vt:lpstr>맑은 고딕 Semilight</vt:lpstr>
      <vt:lpstr>Batang</vt:lpstr>
      <vt:lpstr>ADLaM Display</vt:lpstr>
      <vt:lpstr>Arial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80</cp:revision>
  <dcterms:created xsi:type="dcterms:W3CDTF">2026-04-06T01:00:39Z</dcterms:created>
  <dcterms:modified xsi:type="dcterms:W3CDTF">2026-05-02T05:03:18Z</dcterms:modified>
  <cp:version/>
</cp:coreProperties>
</file>