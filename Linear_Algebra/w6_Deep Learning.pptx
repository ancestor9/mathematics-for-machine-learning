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099" r:id="rId30"/>
    <p:sldId id="1100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099"/>
            <p14:sldId id="110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06" y="-8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453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ycaret.gitbook.io/docs/get-started/tutorials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1.3/tutorial/machine_learning_map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52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7D47B66-E746-DFBF-EC11-4B3609F2FF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A78ECC-DC6F-ACF2-5C55-620B31A3F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2529</TotalTime>
  <Words>3083</Words>
  <Application>Microsoft Office PowerPoint</Application>
  <PresentationFormat>와이드스크린</PresentationFormat>
  <Paragraphs>379</Paragraphs>
  <Slides>30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0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81</cp:revision>
  <dcterms:created xsi:type="dcterms:W3CDTF">2026-04-06T01:00:39Z</dcterms:created>
  <dcterms:modified xsi:type="dcterms:W3CDTF">2026-05-02T23:22:34Z</dcterms:modified>
  <cp:version/>
</cp:coreProperties>
</file>