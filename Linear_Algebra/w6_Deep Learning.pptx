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256" r:id="rId2"/>
    <p:sldId id="978" r:id="rId3"/>
    <p:sldId id="973" r:id="rId4"/>
    <p:sldId id="977" r:id="rId5"/>
    <p:sldId id="986" r:id="rId6"/>
    <p:sldId id="976" r:id="rId7"/>
    <p:sldId id="886" r:id="rId8"/>
    <p:sldId id="949" r:id="rId9"/>
    <p:sldId id="991" r:id="rId10"/>
    <p:sldId id="990" r:id="rId11"/>
    <p:sldId id="992" r:id="rId12"/>
    <p:sldId id="987" r:id="rId13"/>
    <p:sldId id="982" r:id="rId14"/>
    <p:sldId id="983" r:id="rId15"/>
    <p:sldId id="968" r:id="rId16"/>
    <p:sldId id="994" r:id="rId17"/>
    <p:sldId id="908" r:id="rId18"/>
    <p:sldId id="885" r:id="rId19"/>
    <p:sldId id="995" r:id="rId2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978"/>
            <p14:sldId id="973"/>
            <p14:sldId id="977"/>
            <p14:sldId id="986"/>
            <p14:sldId id="976"/>
            <p14:sldId id="886"/>
            <p14:sldId id="949"/>
            <p14:sldId id="991"/>
            <p14:sldId id="990"/>
            <p14:sldId id="992"/>
            <p14:sldId id="987"/>
            <p14:sldId id="982"/>
            <p14:sldId id="983"/>
            <p14:sldId id="968"/>
            <p14:sldId id="994"/>
            <p14:sldId id="908"/>
            <p14:sldId id="885"/>
            <p14:sldId id="99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24726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02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A696D-E2D1-CD86-64F4-8CC48809E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C740FE-6F83-D884-B809-54D148F08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0B4FAC-D084-686F-33F3-B9FDC5D318D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Road Map to Machine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1B29722-9A0A-0A05-CB21-114FCC052BFD}"/>
              </a:ext>
            </a:extLst>
          </p:cNvPr>
          <p:cNvSpPr/>
          <p:nvPr/>
        </p:nvSpPr>
        <p:spPr>
          <a:xfrm>
            <a:off x="2963022" y="1805459"/>
            <a:ext cx="8395972" cy="76643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Tabular, Image, Text, Audio and Timeseries Data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C6F37DF-D666-0CD1-FCE3-B454F0DA4276}"/>
              </a:ext>
            </a:extLst>
          </p:cNvPr>
          <p:cNvSpPr/>
          <p:nvPr/>
        </p:nvSpPr>
        <p:spPr>
          <a:xfrm>
            <a:off x="2972550" y="2558415"/>
            <a:ext cx="8386446" cy="76643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Statistics, Probability, Linear Algebra, Calculus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0A30AF5-51AE-C4F8-D19E-E9B23AFEA8B6}"/>
              </a:ext>
            </a:extLst>
          </p:cNvPr>
          <p:cNvSpPr/>
          <p:nvPr/>
        </p:nvSpPr>
        <p:spPr>
          <a:xfrm>
            <a:off x="2972549" y="3324852"/>
            <a:ext cx="8386446" cy="186689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Python, pandas, Web application, Database</a:t>
            </a:r>
          </a:p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Fast API,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streamlit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React, Typescript</a:t>
            </a:r>
          </a:p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Scikit-learn,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learning, NLP, LLM,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 SDK, …..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DBB2324-4F94-CDB4-43CB-68DE1EA9A59D}"/>
              </a:ext>
            </a:extLst>
          </p:cNvPr>
          <p:cNvSpPr/>
          <p:nvPr/>
        </p:nvSpPr>
        <p:spPr>
          <a:xfrm>
            <a:off x="2972548" y="5191744"/>
            <a:ext cx="8386446" cy="657225"/>
          </a:xfrm>
          <a:prstGeom prst="rect">
            <a:avLst/>
          </a:prstGeom>
          <a:solidFill>
            <a:srgbClr val="FF9B4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Soft skills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F1244DF-632A-E1F0-5A59-6E5B42049C5A}"/>
              </a:ext>
            </a:extLst>
          </p:cNvPr>
          <p:cNvSpPr/>
          <p:nvPr/>
        </p:nvSpPr>
        <p:spPr>
          <a:xfrm>
            <a:off x="1357108" y="2558415"/>
            <a:ext cx="1605914" cy="263332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Hard skills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47701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2417</TotalTime>
  <Words>2607</Words>
  <Application>Microsoft Office PowerPoint</Application>
  <PresentationFormat>와이드스크린</PresentationFormat>
  <Paragraphs>287</Paragraphs>
  <Slides>19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D2Coding</vt:lpstr>
      <vt:lpstr>맑은 고딕</vt:lpstr>
      <vt:lpstr>맑은 고딕 Semilight</vt:lpstr>
      <vt:lpstr>바탕</vt:lpstr>
      <vt:lpstr>ADLaM Display</vt:lpstr>
      <vt:lpstr>Arial</vt:lpstr>
      <vt:lpstr>Wingdings</vt:lpstr>
      <vt:lpstr>WelcomeDoc</vt:lpstr>
      <vt:lpstr>Deep Learning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76</cp:revision>
  <dcterms:created xsi:type="dcterms:W3CDTF">2026-04-06T01:00:39Z</dcterms:created>
  <dcterms:modified xsi:type="dcterms:W3CDTF">2026-05-01T15:40:46Z</dcterms:modified>
  <cp:version/>
</cp:coreProperties>
</file>