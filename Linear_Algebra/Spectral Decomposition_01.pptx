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14BBC-FEB8-4776-8F82-3DF07DA95E6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64AFE-CC4D-4DFF-9E03-94FE66563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091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DA59-BB69-20E8-4650-13CB93A6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69E3B-8EFA-3122-4A57-32373809A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D5CD7-3E32-EF51-1A7B-1AADC1AB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ECAAF5-B771-5233-3E51-A8AAE68A8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5349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05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22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41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31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1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05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00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82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3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28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4FF4-AB7A-4A7B-83C6-2917D9BD246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DF516-40A2-4013-949D-8E219476C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8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05F4-B179-8C15-5A03-A117C4BF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F61D074-B5A5-2FFE-4CA8-D8BF2E01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Spectral 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D14C2AF-2F81-18DD-D67A-3B4EF98CFE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013B49-FF49-8148-CF2B-5725A8ADAC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0760" y="3694453"/>
            <a:ext cx="1527860" cy="5261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148BDC0-ACB4-E6A8-D0B0-934CFD24CE1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120344" y="1630988"/>
            <a:ext cx="7580527" cy="1720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901DD4-75FB-1A18-1311-E19ABE063A64}"/>
                  </a:ext>
                </a:extLst>
              </p:cNvPr>
              <p:cNvSpPr txBox="1"/>
              <p:nvPr/>
            </p:nvSpPr>
            <p:spPr>
              <a:xfrm>
                <a:off x="1970430" y="4983632"/>
                <a:ext cx="9071236" cy="1312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고유값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Scalar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×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𝜆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크기가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이고 서로 수직인 고유벡터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(Column Vector,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×1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SupPr>
                      <m:e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  <m:sup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: 고유벡터의 전치 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Row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Vector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1×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901DD4-75FB-1A18-1311-E19ABE063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430" y="4983632"/>
                <a:ext cx="9071236" cy="1312026"/>
              </a:xfrm>
              <a:prstGeom prst="rect">
                <a:avLst/>
              </a:prstGeom>
              <a:blipFill>
                <a:blip r:embed="rId6"/>
                <a:stretch>
                  <a:fillRect b="-6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/>
          <p:cNvSpPr/>
          <p:nvPr/>
        </p:nvSpPr>
        <p:spPr>
          <a:xfrm>
            <a:off x="5314623" y="3508103"/>
            <a:ext cx="2929007" cy="923330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altLang="ko-KR" dirty="0"/>
              <a:t>[0.7625315 </a:t>
            </a:r>
            <a:r>
              <a:rPr lang="en-US" altLang="ko-KR" dirty="0" smtClean="0"/>
              <a:t>    0</a:t>
            </a:r>
          </a:p>
          <a:p>
            <a:endParaRPr lang="en-US" altLang="ko-KR" dirty="0"/>
          </a:p>
          <a:p>
            <a:r>
              <a:rPr lang="en-US" altLang="ko-KR" dirty="0" smtClean="0"/>
              <a:t>         0              0.0184779</a:t>
            </a:r>
            <a:r>
              <a:rPr lang="en-US" altLang="ko-KR" dirty="0"/>
              <a:t>] 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89726" y="5327001"/>
            <a:ext cx="73753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Eigenvectors </a:t>
            </a:r>
            <a:r>
              <a:rPr lang="en-US" altLang="ko-KR" dirty="0"/>
              <a:t>(principal components, sorted by importance</a:t>
            </a:r>
            <a:r>
              <a:rPr lang="en-US" altLang="ko-KR" dirty="0" smtClean="0"/>
              <a:t>):</a:t>
            </a:r>
            <a:r>
              <a:rPr lang="en-US" altLang="ko-KR" dirty="0"/>
              <a:t/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495956" y="4497891"/>
            <a:ext cx="2274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Eigenvalues (sorted</a:t>
            </a:r>
            <a:r>
              <a:rPr lang="en-US" altLang="ko-KR" dirty="0" smtClean="0"/>
              <a:t>):</a:t>
            </a:r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1995282" y="3485892"/>
            <a:ext cx="3006016" cy="92333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[[-0.94446029 0.32862557</a:t>
            </a:r>
            <a:r>
              <a:rPr lang="en-US" altLang="ko-KR" dirty="0" smtClean="0"/>
              <a:t>]</a:t>
            </a:r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r>
              <a:rPr lang="en-US" altLang="ko-KR" dirty="0"/>
              <a:t>[-0.32862557 -0.94446029]] 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 rot="16200000">
            <a:off x="7729576" y="4220893"/>
            <a:ext cx="3006016" cy="92333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[[-0.94446029 0.32862557</a:t>
            </a:r>
            <a:r>
              <a:rPr lang="en-US" altLang="ko-KR" dirty="0" smtClean="0"/>
              <a:t>]</a:t>
            </a:r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r>
              <a:rPr lang="en-US" altLang="ko-KR" dirty="0"/>
              <a:t>[-0.32862557 -0.94446029]]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301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와이드스크린</PresentationFormat>
  <Paragraphs>19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D2Coding</vt:lpstr>
      <vt:lpstr>맑은 고딕</vt:lpstr>
      <vt:lpstr>맑은 고딕 Semilight</vt:lpstr>
      <vt:lpstr>Arial</vt:lpstr>
      <vt:lpstr>Cambria Math</vt:lpstr>
      <vt:lpstr>Segoe UI Light</vt:lpstr>
      <vt:lpstr>Office 테마</vt:lpstr>
      <vt:lpstr>Spectral Decomposition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Spectral Decomposition</dc:title>
  <dc:creator>5008</dc:creator>
  <cp:lastModifiedBy>5008</cp:lastModifiedBy>
  <cp:revision>1</cp:revision>
  <dcterms:created xsi:type="dcterms:W3CDTF">2026-06-04T03:47:11Z</dcterms:created>
  <dcterms:modified xsi:type="dcterms:W3CDTF">2026-06-04T03:47:22Z</dcterms:modified>
</cp:coreProperties>
</file>