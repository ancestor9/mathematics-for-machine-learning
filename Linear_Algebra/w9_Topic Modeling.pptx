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094" r:id="rId3"/>
    <p:sldId id="307" r:id="rId4"/>
    <p:sldId id="1096" r:id="rId5"/>
    <p:sldId id="1097" r:id="rId6"/>
    <p:sldId id="1095" r:id="rId7"/>
    <p:sldId id="1098" r:id="rId8"/>
    <p:sldId id="1100" r:id="rId9"/>
    <p:sldId id="1099" r:id="rId10"/>
    <p:sldId id="1104" r:id="rId11"/>
    <p:sldId id="1103" r:id="rId12"/>
    <p:sldId id="1105" r:id="rId13"/>
    <p:sldId id="1106" r:id="rId14"/>
    <p:sldId id="1101" r:id="rId15"/>
    <p:sldId id="1102" r:id="rId16"/>
    <p:sldId id="1107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307"/>
            <p14:sldId id="1096"/>
            <p14:sldId id="1097"/>
            <p14:sldId id="1095"/>
            <p14:sldId id="1098"/>
            <p14:sldId id="1100"/>
            <p14:sldId id="1099"/>
            <p14:sldId id="1104"/>
            <p14:sldId id="1103"/>
            <p14:sldId id="1105"/>
            <p14:sldId id="1106"/>
            <p14:sldId id="1101"/>
            <p14:sldId id="1102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344" y="7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1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4187-F469-9BAF-0A75-2727E4A82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76ED72-218E-4E61-4E9C-B9211BB3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E107EE-FF9A-C873-3771-61E512EB8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3006F-5DF0-5E83-74E5-2481A9FD8E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3610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DF942-302D-BB20-69AD-995376A4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B84D9C-F0A8-5A9D-BEEF-73CB5C65B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3EE76D-8DDE-31FA-BA44-0CCCC2898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A44F4-9844-0E6A-AA3A-B567C2A1B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84236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C9EAE-993B-5BA4-00D4-94C860E6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886306E-B394-99FD-ABFE-D1B5F6208FCC}"/>
              </a:ext>
            </a:extLst>
          </p:cNvPr>
          <p:cNvSpPr/>
          <p:nvPr/>
        </p:nvSpPr>
        <p:spPr>
          <a:xfrm>
            <a:off x="1457324" y="22606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116E93C-C115-EF9E-DA9C-6AB43E04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3DC88B3-8D57-5396-8916-8AF938DD9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21AD54-91D6-4CE0-A8A3-DBC6DA3EB66E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7518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F83F5-FC52-AE3F-9CB4-0B3214B4D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A3F6BE1-BC5E-9CBF-D46A-0E69BEB652DF}"/>
              </a:ext>
            </a:extLst>
          </p:cNvPr>
          <p:cNvSpPr/>
          <p:nvPr/>
        </p:nvSpPr>
        <p:spPr>
          <a:xfrm>
            <a:off x="1457324" y="287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6863FD6-A1CE-47FE-EE9A-12DD6C26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597ACF-E602-2CC4-3D8D-946D06AA5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E19485-1E11-C51D-54F8-A74379B4065B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026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3085</TotalTime>
  <Words>1182</Words>
  <Application>Microsoft Office PowerPoint</Application>
  <PresentationFormat>와이드스크린</PresentationFormat>
  <Paragraphs>161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101</cp:revision>
  <dcterms:created xsi:type="dcterms:W3CDTF">2026-04-06T01:00:39Z</dcterms:created>
  <dcterms:modified xsi:type="dcterms:W3CDTF">2026-06-01T06:45:53Z</dcterms:modified>
  <cp:version/>
</cp:coreProperties>
</file>