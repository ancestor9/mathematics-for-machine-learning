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3"/>
  </p:notesMasterIdLst>
  <p:handoutMasterIdLst>
    <p:handoutMasterId r:id="rId14"/>
  </p:handoutMasterIdLst>
  <p:sldIdLst>
    <p:sldId id="257" r:id="rId2"/>
    <p:sldId id="266" r:id="rId3"/>
    <p:sldId id="267" r:id="rId4"/>
    <p:sldId id="268" r:id="rId5"/>
    <p:sldId id="272" r:id="rId6"/>
    <p:sldId id="273" r:id="rId7"/>
    <p:sldId id="270" r:id="rId8"/>
    <p:sldId id="269" r:id="rId9"/>
    <p:sldId id="275" r:id="rId10"/>
    <p:sldId id="271" r:id="rId11"/>
    <p:sldId id="274" r:id="rId1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3C2668-98FE-4178-930B-EF7CB4C83016}" type="datetime1">
              <a:rPr lang="ko-KR" altLang="en-US" smtClean="0"/>
              <a:t>2026-05-13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07DD33-D597-4BFE-B023-1AA446FC6265}" type="datetime1">
              <a:rPr lang="ko-KR" altLang="en-US" smtClean="0"/>
              <a:t>2026-05-13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"/>
              <a:t>마스터 텍스트 스타일을 편집하려면 클릭하세요.</a:t>
            </a:r>
            <a:endParaRPr lang="en-US"/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+mj-ea"/>
              <a:ea typeface="+mj-ea"/>
            </a:endParaRPr>
          </a:p>
        </p:txBody>
      </p:sp>
      <p:sp useBgFill="1">
        <p:nvSpPr>
          <p:cNvPr id="10" name="직사각형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직사각형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직사각형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직선 연결선(S)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" dirty="0"/>
              <a:t>마스터 제목 스타일</a:t>
            </a:r>
            <a:br>
              <a:rPr lang="en-US" altLang="ko" dirty="0"/>
            </a:br>
            <a:r>
              <a:rPr lang="ko" dirty="0"/>
              <a:t>편집</a:t>
            </a:r>
            <a:endParaRPr 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20" name="날짜 개체 틀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fld id="{53A1A50A-4F3A-4041-857A-06BD59FD813B}" type="datetime1">
              <a:rPr lang="ko-KR" altLang="en-US" smtClean="0"/>
              <a:t>2026-05-13</a:t>
            </a:fld>
            <a:endParaRPr lang="en-US" dirty="0"/>
          </a:p>
        </p:txBody>
      </p:sp>
      <p:sp>
        <p:nvSpPr>
          <p:cNvPr id="21" name="바닥글 개체 틀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4AB0490D-076B-41CB-8CD6-176D63F02504}" type="datetime1">
              <a:rPr lang="ko-KR" altLang="en-US" smtClean="0"/>
              <a:t>2026-05-13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+mj-ea"/>
              <a:ea typeface="+mj-ea"/>
            </a:endParaRPr>
          </a:p>
        </p:txBody>
      </p:sp>
      <p:sp useBgFill="1">
        <p:nvSpPr>
          <p:cNvPr id="23" name="직사각형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직사각형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직사각형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" dirty="0"/>
              <a:t>마스터 제목 스타일</a:t>
            </a:r>
            <a:br>
              <a:rPr lang="en-US" altLang="ko" dirty="0"/>
            </a:br>
            <a:r>
              <a:rPr lang="ko" dirty="0"/>
              <a:t>편집</a:t>
            </a:r>
            <a:endParaRPr 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(S)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j-ea"/>
                <a:ea typeface="+mj-ea"/>
                <a:cs typeface="+mn-cs"/>
              </a:defRPr>
            </a:lvl1pPr>
          </a:lstStyle>
          <a:p>
            <a:fld id="{51548A07-76F2-45BB-853E-CE8A69E5B873}" type="datetime1">
              <a:rPr lang="ko-KR" altLang="en-US" smtClean="0"/>
              <a:t>2026-05-13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273B495B-B7E4-485E-B565-182460FB034A}" type="datetime1">
              <a:rPr lang="ko-KR" altLang="en-US" smtClean="0"/>
              <a:t>2026-05-13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EDF4F625-0FE8-4EF4-A434-C82BE5D939BC}" type="datetime1">
              <a:rPr lang="ko-KR" altLang="en-US" smtClean="0"/>
              <a:t>2026-05-13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8F8A9244-2332-41FA-BF3D-CDFFCEFE5AC3}" type="datetime1">
              <a:rPr lang="ko-KR" altLang="en-US" smtClean="0"/>
              <a:t>2026-05-13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F0F016A3-04CC-4BBB-B5FC-AB02860DD027}" type="datetime1">
              <a:rPr lang="ko-KR" altLang="en-US" smtClean="0"/>
              <a:t>2026-05-13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" dirty="0"/>
              <a:t>마스터 제목</a:t>
            </a:r>
            <a:br>
              <a:rPr lang="en-US" altLang="ko" dirty="0"/>
            </a:br>
            <a:r>
              <a:rPr lang="ko" dirty="0"/>
              <a:t>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" dirty="0"/>
              <a:t>마스터 텍스트 스타일을</a:t>
            </a:r>
            <a:br>
              <a:rPr lang="en-US" altLang="ko" dirty="0"/>
            </a:br>
            <a:r>
              <a:rPr lang="ko" dirty="0"/>
              <a:t>편집하려면 클릭하세요.</a:t>
            </a:r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E140B1B6-3FC8-4500-9968-B5595BBB2A68}" type="datetime1">
              <a:rPr lang="ko-KR" altLang="en-US" smtClean="0"/>
              <a:t>2026-05-13</a:t>
            </a:fld>
            <a:endParaRPr 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그림 개체 틀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>
                <a:latin typeface="+mj-ea"/>
                <a:ea typeface="+mj-ea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fld id="{14D23B11-1C3F-476E-A5D0-B5C3DCB492C7}" type="datetime1">
              <a:rPr lang="ko-KR" altLang="en-US" smtClean="0"/>
              <a:t>2026-05-13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algn="l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" dirty="0"/>
              <a:t>마스터 제목</a:t>
            </a:r>
            <a:br>
              <a:rPr lang="en-US" altLang="ko" dirty="0"/>
            </a:br>
            <a:r>
              <a:rPr lang="ko" dirty="0"/>
              <a:t>스타일 편집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" dirty="0"/>
              <a:t>마스터 텍스트 스타일을</a:t>
            </a:r>
            <a:br>
              <a:rPr lang="en-US" altLang="ko" dirty="0"/>
            </a:br>
            <a:r>
              <a:rPr lang="ko" dirty="0"/>
              <a:t>편집하려면 클릭하세요.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2D0B75D8-9FCF-4F20-9BC7-09B447EC6100}" type="datetime1">
              <a:rPr lang="ko-KR" altLang="en-US" smtClean="0"/>
              <a:t>2026-05-13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A162488E-BE7B-4996-B68D-37B5DF69FA3C}" type="datetime1">
              <a:rPr lang="ko-KR" altLang="en-US" smtClean="0"/>
              <a:t>2026-05-13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직사각형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0E193663-19A4-41E3-80AA-9A7B058A4108}" type="datetime1">
              <a:rPr lang="ko-KR" altLang="en-US" smtClean="0"/>
              <a:t>2026-05-13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ea"/>
          <a:ea typeface="+mj-ea"/>
          <a:cs typeface="+mn-cs"/>
        </a:defRPr>
      </a:lvl1pPr>
    </p:titleStyle>
    <p:bodyStyle>
      <a:lvl1pPr marL="182880" indent="-182880" algn="l" defTabSz="914400" rtl="0" eaLnBrk="1" latinLnBrk="1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j-ea"/>
          <a:ea typeface="+mj-ea"/>
          <a:cs typeface="+mn-cs"/>
        </a:defRPr>
      </a:lvl2pPr>
      <a:lvl3pPr marL="73152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j-ea"/>
          <a:ea typeface="+mj-ea"/>
          <a:cs typeface="+mn-cs"/>
        </a:defRPr>
      </a:lvl3pPr>
      <a:lvl4pPr marL="100584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j-ea"/>
          <a:ea typeface="+mj-ea"/>
          <a:cs typeface="+mn-cs"/>
        </a:defRPr>
      </a:lvl4pPr>
      <a:lvl5pPr marL="128016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j-ea"/>
          <a:ea typeface="+mj-ea"/>
          <a:cs typeface="+mn-cs"/>
        </a:defRPr>
      </a:lvl5pPr>
      <a:lvl6pPr marL="16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aped.ai/blog/cosine-similarity-not-the-silver-bullet-we-thought-it-wa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ojector.tensorflow.org/" TargetMode="External"/><Relationship Id="rId5" Type="http://schemas.openxmlformats.org/officeDocument/2006/relationships/image" Target="../media/image13.png"/><Relationship Id="rId4" Type="http://schemas.openxmlformats.org/officeDocument/2006/relationships/hyperlink" Target="https://word2vec.kr/search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로고 클로즈업&#10;&#10;자동 생성되는 설명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직사각형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4400" cap="none" dirty="0" err="1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Pytorch</a:t>
            </a:r>
            <a:endParaRPr lang="ko" sz="4400" cap="none" dirty="0">
              <a:solidFill>
                <a:schemeClr val="tx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 fontScale="77500" lnSpcReduction="20000"/>
          </a:bodyPr>
          <a:lstStyle/>
          <a:p>
            <a:pPr rtl="0">
              <a:spcAft>
                <a:spcPts val="600"/>
              </a:spcAft>
            </a:pPr>
            <a:r>
              <a:rPr lang="en-US" altLang="ko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2026_Spring</a:t>
            </a:r>
          </a:p>
          <a:p>
            <a:pPr rtl="0">
              <a:spcAft>
                <a:spcPts val="600"/>
              </a:spcAft>
            </a:pPr>
            <a:r>
              <a:rPr lang="en-US" altLang="ko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Sanggoo Cho</a:t>
            </a:r>
            <a:endParaRPr lang="ko" dirty="0">
              <a:solidFill>
                <a:schemeClr val="tx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6F68C5-CC01-C79A-A642-B491272E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40B5B-4CC8-90C0-1839-9E4E04C5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9354F-4976-682C-FE19-1E781D182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Obtain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0D60AA-3E02-A916-33CF-26B9920C5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04683"/>
            <a:ext cx="10058400" cy="4294094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torch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torchvision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datasets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torchvision.transforms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v2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Download training data from open datasets.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training_data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datasets.FashionMNIST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root="data",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train=True,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download=True,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transform=v2.Compose([v2.ToImage(), v2.ToDtype(torch.float32, scale=True)]),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training_data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80F1BC-3C11-50AD-D9B4-218B5510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2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F5A022E3-1AA0-5DC2-06B1-420E2420B3E7}"/>
              </a:ext>
            </a:extLst>
          </p:cNvPr>
          <p:cNvSpPr txBox="1">
            <a:spLocks/>
          </p:cNvSpPr>
          <p:nvPr/>
        </p:nvSpPr>
        <p:spPr>
          <a:xfrm>
            <a:off x="493058" y="1182557"/>
            <a:ext cx="10838329" cy="3657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1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-18288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731520" indent="-18288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005840" indent="-18288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280160" indent="-18288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1600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 err="1"/>
              <a:t>FashionMNIST</a:t>
            </a:r>
            <a:r>
              <a:rPr lang="ko-KR" altLang="en-US" sz="1600" dirty="0"/>
              <a:t> 데이터셋을 다운로드하고</a:t>
            </a:r>
            <a:r>
              <a:rPr lang="en-US" altLang="ko-KR" sz="1600" dirty="0"/>
              <a:t>, </a:t>
            </a:r>
            <a:r>
              <a:rPr lang="ko-KR" altLang="en-US" sz="1600" dirty="0"/>
              <a:t>딥러닝 모델이 학습하기 좋은 형태</a:t>
            </a:r>
            <a:r>
              <a:rPr lang="en-US" altLang="ko-KR" sz="1600" dirty="0"/>
              <a:t>(Tensor, float32</a:t>
            </a:r>
            <a:r>
              <a:rPr lang="ko-KR" altLang="en-US" sz="1600" dirty="0"/>
              <a:t> </a:t>
            </a:r>
            <a:r>
              <a:rPr lang="en-US" altLang="ko-KR" sz="1600" dirty="0"/>
              <a:t>&amp;</a:t>
            </a:r>
            <a:r>
              <a:rPr lang="ko-KR" altLang="en-US" sz="1600" dirty="0"/>
              <a:t> </a:t>
            </a:r>
            <a:r>
              <a:rPr lang="en-US" altLang="ko-KR" sz="1600" dirty="0"/>
              <a:t>scale)</a:t>
            </a:r>
            <a:r>
              <a:rPr lang="ko-KR" altLang="en-US" sz="1600" dirty="0"/>
              <a:t>로 변환 설정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2A36FB-2A9F-B02C-4B18-684089BEC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792" y="1604683"/>
            <a:ext cx="4677408" cy="322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0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0DF6-09AD-8E9D-4027-0F96FAD90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1E3383-2A69-CFB2-E365-58617B43C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Obtain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21EF7D-9495-2073-F60F-69CBE3567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04683"/>
            <a:ext cx="10058400" cy="4294094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torch.utils.data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DataLoader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64</a:t>
            </a:r>
          </a:p>
          <a:p>
            <a:pPr marL="0" indent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Create data loaders.</a:t>
            </a:r>
          </a:p>
          <a:p>
            <a:pPr marL="0" indent="0"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train_dataloader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DataLoader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training_data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test_dataloader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DataLoader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test_data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for X, y in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test_dataloader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 marL="0" indent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f"Shape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of X [N, C, H, W]: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X.shape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  <a:p>
            <a:pPr marL="0" indent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f"Shape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of y: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y.shape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y.dtype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  <a:p>
            <a:pPr marL="0" indent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break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015A41-CA2E-82D6-8CFB-BE6343C9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3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D4E7C734-7979-A3BA-A819-0EFF8FC48072}"/>
              </a:ext>
            </a:extLst>
          </p:cNvPr>
          <p:cNvSpPr txBox="1">
            <a:spLocks/>
          </p:cNvSpPr>
          <p:nvPr/>
        </p:nvSpPr>
        <p:spPr>
          <a:xfrm>
            <a:off x="493058" y="1182557"/>
            <a:ext cx="10838329" cy="3657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1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-18288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731520" indent="-18288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005840" indent="-18288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280160" indent="-18288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1600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 err="1"/>
              <a:t>training_data</a:t>
            </a:r>
            <a:r>
              <a:rPr lang="en-US" altLang="ko-KR" sz="1600" dirty="0"/>
              <a:t> </a:t>
            </a:r>
            <a:r>
              <a:rPr lang="en-US" altLang="ko-KR" sz="1600" dirty="0" err="1"/>
              <a:t>training_data</a:t>
            </a:r>
            <a:r>
              <a:rPr lang="en-US" altLang="ko-KR" sz="1600" dirty="0"/>
              <a:t>(6</a:t>
            </a:r>
            <a:r>
              <a:rPr lang="ko-KR" altLang="en-US" sz="1600" dirty="0"/>
              <a:t>만 개</a:t>
            </a:r>
            <a:r>
              <a:rPr lang="en-US" altLang="ko-KR" sz="1600" dirty="0"/>
              <a:t>)</a:t>
            </a:r>
            <a:r>
              <a:rPr lang="ko-KR" altLang="en-US" sz="1600" dirty="0"/>
              <a:t>를 </a:t>
            </a:r>
            <a:r>
              <a:rPr lang="en-US" altLang="ko-KR" sz="1600" dirty="0" err="1"/>
              <a:t>DataLoader</a:t>
            </a:r>
            <a:r>
              <a:rPr lang="ko-KR" altLang="en-US" sz="1600" dirty="0"/>
              <a:t>는 </a:t>
            </a:r>
            <a:r>
              <a:rPr lang="en-US" altLang="ko-KR" sz="1600" dirty="0" err="1"/>
              <a:t>batch_size</a:t>
            </a:r>
            <a:r>
              <a:rPr lang="ko-KR" altLang="en-US" sz="1600" dirty="0"/>
              <a:t>만큼씩 포장해서 전달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446564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03F7F-34E7-328F-44C7-474045CFB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75DAAA-1DE2-01AE-5167-05C7F174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Obtain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530F28-D02C-66F3-CE1D-3F8E8B45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4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6F4810B-2D56-8AAA-7738-AA3354898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749" y="1450777"/>
            <a:ext cx="4269077" cy="375771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8AA72F9-E1E3-BEBE-A0DD-F1B5BE252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933" y="3532098"/>
            <a:ext cx="4646900" cy="254905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0147ADE-5637-4779-2D26-80042C58C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185" y="1452283"/>
            <a:ext cx="4650647" cy="20260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C36693-05B5-1C7E-67E1-5CC5DCD2E853}"/>
              </a:ext>
            </a:extLst>
          </p:cNvPr>
          <p:cNvSpPr txBox="1"/>
          <p:nvPr/>
        </p:nvSpPr>
        <p:spPr>
          <a:xfrm>
            <a:off x="1129554" y="1117610"/>
            <a:ext cx="1863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10,000 / 64 = 156.25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25070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8EA2-1D1C-3D69-F2FB-74220EC55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3B368-01D3-E5BB-D3EC-92C4CE00C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Tabular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B2582-2EE4-E288-8D0F-3011BA86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5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67AA4FA-3116-CA57-AD18-C9809B67B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18" y="1768288"/>
            <a:ext cx="9986682" cy="405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344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82DC-8BBD-15D8-DA3A-4CBB39F04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C4C8D-79C1-85B7-6263-8A18A8D2D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>
                <a:latin typeface="+mj-ea"/>
                <a:ea typeface="+mj-ea"/>
              </a:rPr>
              <a:t>Matrix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816F05-7E2E-B1A7-9D30-4F4A63678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6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56541674-EE95-D067-66D7-E0B3A4BA3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99" y="1371602"/>
            <a:ext cx="4870705" cy="476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8C2D14F-F4F1-02DD-722C-E8C0A0984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375" y="1371601"/>
            <a:ext cx="4374836" cy="379207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3557A4C-4204-676B-956A-0993A7273504}"/>
              </a:ext>
            </a:extLst>
          </p:cNvPr>
          <p:cNvSpPr/>
          <p:nvPr/>
        </p:nvSpPr>
        <p:spPr>
          <a:xfrm>
            <a:off x="3677920" y="1966559"/>
            <a:ext cx="2153582" cy="1931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801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F118-AC29-8C19-5901-2A3F57E3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AD840-93BC-6315-97A2-E0A152F58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Image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2012DB-4B62-6480-EF9A-A8C129AC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7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D72B07A-3137-B053-5911-A533C3B61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41" y="1630177"/>
            <a:ext cx="8937812" cy="338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A4B640E-CB10-9925-C2A5-15FEC03AC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388" y="2309878"/>
            <a:ext cx="8937812" cy="379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69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FD6ED-E468-D2BF-7304-96EC5521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51A16-CD96-58E5-1D9F-7956A2AA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Text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167AF-6F10-C9A5-2D70-973B68F80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8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078" name="Picture 6" descr="Image Source:AI Tech Trend(Modified from the original)">
            <a:extLst>
              <a:ext uri="{FF2B5EF4-FFF2-40B4-BE49-F238E27FC236}">
                <a16:creationId xmlns:a16="http://schemas.microsoft.com/office/drawing/2014/main" id="{4527801C-40B4-91A7-2F94-B12CDDFBE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29" y="2230238"/>
            <a:ext cx="4516446" cy="351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99D8E3-27F0-BDC7-91B0-0CBF0E2AA7AB}"/>
              </a:ext>
            </a:extLst>
          </p:cNvPr>
          <p:cNvSpPr txBox="1"/>
          <p:nvPr/>
        </p:nvSpPr>
        <p:spPr>
          <a:xfrm>
            <a:off x="815788" y="580464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hlinkClick r:id="rId3"/>
              </a:rPr>
              <a:t>https://www.shaped.ai/blog/cosine-similarity-not-the-silver-bullet-we-thought-it-was</a:t>
            </a:r>
            <a:r>
              <a:rPr lang="ko-KR" altLang="en-US" sz="105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C38B3-8CA7-3D31-53F6-C6B5B2D0A771}"/>
              </a:ext>
            </a:extLst>
          </p:cNvPr>
          <p:cNvSpPr txBox="1"/>
          <p:nvPr/>
        </p:nvSpPr>
        <p:spPr>
          <a:xfrm>
            <a:off x="6508376" y="1860906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한국어 </a:t>
            </a:r>
            <a:r>
              <a:rPr lang="ko-KR" altLang="en-US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임베딩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B4F4FE0-39D5-C03A-8606-C3AF219B6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517" y="2230238"/>
            <a:ext cx="5005742" cy="19423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FE1928-722E-B132-1533-0BA9AC464040}"/>
              </a:ext>
            </a:extLst>
          </p:cNvPr>
          <p:cNvSpPr txBox="1"/>
          <p:nvPr/>
        </p:nvSpPr>
        <p:spPr>
          <a:xfrm>
            <a:off x="6612517" y="4939553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외국어 </a:t>
            </a:r>
            <a:r>
              <a:rPr lang="ko-KR" altLang="en-US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임베딩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4286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2998-1672-B762-8239-137824D1E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DEF40-AFCF-A49A-7FAA-8E0AFB9F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Text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4C2774-5169-0F02-8ACE-804F1D9D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9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9815E73-9C36-E15E-D054-4B83AD614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76" y="1186207"/>
            <a:ext cx="10104502" cy="189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3A10512-64AF-1FD8-8C5B-F4BC83CFE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91" y="3309137"/>
            <a:ext cx="10104500" cy="295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200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32CA8-248E-5B9D-51B7-8A8D9AC4F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2A6AD-3475-497E-5736-A2A4872BE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Timeseries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1BD6C7-3450-4770-90E0-5466B47B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10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8D4D00D-55E8-672F-E565-E0E2C55BB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133" y="1921720"/>
            <a:ext cx="7995491" cy="43385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120FEF-5BCB-C3B3-16A6-FE2C406E7E9B}"/>
              </a:ext>
            </a:extLst>
          </p:cNvPr>
          <p:cNvSpPr txBox="1"/>
          <p:nvPr/>
        </p:nvSpPr>
        <p:spPr>
          <a:xfrm>
            <a:off x="735106" y="1273005"/>
            <a:ext cx="107397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시계열 데이터를 지도 학습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(Supervised Learning)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용 데이터로 변환하는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슬라이딩 윈도우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(Sliding Window)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기법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A4C85CA-A46B-2950-3A59-14AD368BA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391" y="4737622"/>
            <a:ext cx="1849549" cy="15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87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C186-6846-E13D-A4DA-1996241C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7972F-8CF9-D27F-C597-6AF36C772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770"/>
            <a:ext cx="10058400" cy="54971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" dirty="0"/>
              <a:t>Timeseries Data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0F8AE1-D508-94F4-6B7B-4E9A3F9C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93" y="379815"/>
            <a:ext cx="838200" cy="365760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fld id="{34B7E4EF-A1BD-40F4-AB7B-04F084DD991D}" type="slidenum">
              <a:rPr lang="en-US" sz="2000" b="1" smtClean="0">
                <a:solidFill>
                  <a:schemeClr val="bg1"/>
                </a:solidFill>
              </a:rPr>
              <a:pPr/>
              <a:t>11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6146" name="Picture 2" descr="One prediction 24h into the future.">
            <a:extLst>
              <a:ext uri="{FF2B5EF4-FFF2-40B4-BE49-F238E27FC236}">
                <a16:creationId xmlns:a16="http://schemas.microsoft.com/office/drawing/2014/main" id="{45131D4F-A077-8980-8F1A-641ABAA53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08" y="1866600"/>
            <a:ext cx="5819775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One prediction 1h into the future.">
            <a:extLst>
              <a:ext uri="{FF2B5EF4-FFF2-40B4-BE49-F238E27FC236}">
                <a16:creationId xmlns:a16="http://schemas.microsoft.com/office/drawing/2014/main" id="{6E94C269-9143-52A9-109A-FFEA890F8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143" y="3330109"/>
            <a:ext cx="4171950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85E79A-191C-753A-D14C-436A16A2DC4C}"/>
              </a:ext>
            </a:extLst>
          </p:cNvPr>
          <p:cNvSpPr txBox="1"/>
          <p:nvPr/>
        </p:nvSpPr>
        <p:spPr>
          <a:xfrm>
            <a:off x="588308" y="1561688"/>
            <a:ext cx="69330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solidFill>
                  <a:srgbClr val="20212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시간의 기록이 주어졌을 때 앞으로 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시간의 미래를 단일 예측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BFA81-AF2D-A658-2C39-A6D197A2B8A4}"/>
              </a:ext>
            </a:extLst>
          </p:cNvPr>
          <p:cNvSpPr txBox="1"/>
          <p:nvPr/>
        </p:nvSpPr>
        <p:spPr>
          <a:xfrm>
            <a:off x="6723529" y="2991555"/>
            <a:ext cx="5190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02124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</a:t>
            </a:r>
            <a:r>
              <a:rPr lang="ko-KR" altLang="en-US" sz="1600" dirty="0">
                <a:solidFill>
                  <a:srgbClr val="202124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시간의 기록이 주어졌을 때 앞으로 </a:t>
            </a:r>
            <a:r>
              <a:rPr lang="en-US" altLang="ko-KR" sz="1600" dirty="0">
                <a:solidFill>
                  <a:srgbClr val="202124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solidFill>
                  <a:srgbClr val="202124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시간의 미래 예측</a:t>
            </a:r>
          </a:p>
        </p:txBody>
      </p:sp>
    </p:spTree>
    <p:extLst>
      <p:ext uri="{BB962C8B-B14F-4D97-AF65-F5344CB8AC3E}">
        <p14:creationId xmlns:p14="http://schemas.microsoft.com/office/powerpoint/2010/main" val="22195714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84_TF78438558" id="{3CB50A5E-A4A2-4D8C-92BF-ECB022D5D39A}" vid="{3F4CD028-47E6-4463-B06D-5EDDC9C0696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{A5F93765-2E84-41CF-BD74-9DDD1D38281A}TF8a9b5915-b8c7-461e-8cdd-693d48b5e323fdde8251_win32-0f67f964ddf4</Template>
  <TotalTime>146</TotalTime>
  <Words>312</Words>
  <Application>Microsoft Office PowerPoint</Application>
  <PresentationFormat>와이드스크린</PresentationFormat>
  <Paragraphs>55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D2Coding</vt:lpstr>
      <vt:lpstr>맑은 고딕</vt:lpstr>
      <vt:lpstr>맑은 고딕</vt:lpstr>
      <vt:lpstr>맑은 고딕 Semilight</vt:lpstr>
      <vt:lpstr>Arial</vt:lpstr>
      <vt:lpstr>Calibri</vt:lpstr>
      <vt:lpstr>Garamond</vt:lpstr>
      <vt:lpstr>SavonVTI</vt:lpstr>
      <vt:lpstr>Pytorch</vt:lpstr>
      <vt:lpstr>Obtain Data</vt:lpstr>
      <vt:lpstr>Obtain Data</vt:lpstr>
      <vt:lpstr>Obtain Data</vt:lpstr>
      <vt:lpstr>Tabular Data</vt:lpstr>
      <vt:lpstr>Matrix Data</vt:lpstr>
      <vt:lpstr>Image Data</vt:lpstr>
      <vt:lpstr>Text Data</vt:lpstr>
      <vt:lpstr>Text Data</vt:lpstr>
      <vt:lpstr>Timeseries Data</vt:lpstr>
      <vt:lpstr>Timeseries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2</cp:revision>
  <dcterms:created xsi:type="dcterms:W3CDTF">2026-05-12T22:53:46Z</dcterms:created>
  <dcterms:modified xsi:type="dcterms:W3CDTF">2026-05-13T01:20:14Z</dcterms:modified>
</cp:coreProperties>
</file>