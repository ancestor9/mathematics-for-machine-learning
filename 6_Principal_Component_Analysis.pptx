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891" r:id="rId3"/>
    <p:sldId id="899" r:id="rId4"/>
    <p:sldId id="893" r:id="rId5"/>
    <p:sldId id="898" r:id="rId6"/>
    <p:sldId id="897" r:id="rId7"/>
    <p:sldId id="267" r:id="rId8"/>
    <p:sldId id="892" r:id="rId9"/>
    <p:sldId id="905" r:id="rId10"/>
    <p:sldId id="906" r:id="rId11"/>
    <p:sldId id="90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6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umiqo.com/lab/pca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igenvalues_and_eigenvector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hyperlink" Target="https://jakevdp.github.io/PythonDataScienceHandbook/05.09-principal-component-analysi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선형대수</a:t>
            </a:r>
            <a:br>
              <a:rPr lang="en-US" altLang="ko-KR" sz="5400" dirty="0"/>
            </a:br>
            <a:r>
              <a:rPr lang="en-US" altLang="ko-KR" sz="3200" dirty="0"/>
              <a:t>-PCA-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DE82-E761-815D-D827-048FE40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1A663-E6E2-41F2-752E-AF07B967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7078DC6-E5BB-C5BD-550D-2D5CFDED855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B8B203A-CA07-6F79-6C40-BA91546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D1D46-BBF5-8CEB-9866-F0062776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2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D3A-EE14-2467-AD61-91324A7F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BCDE5-4265-7787-19C6-E72CD7B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EC6C347-2434-8363-FDBC-4993208CB10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Undestanding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03D835E-99D8-D1C5-C9A7-2D439DD85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PCA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주성분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분석을 시각화로 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93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B62D-C56C-8C8A-D635-BDAE2165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A8DC34F-90C7-F8C5-68DD-229C5975A1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표준 기저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행렬에 의해 정확히 행렬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lang="ko-KR" altLang="en-US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(2,3), (1,4)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선형변화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매핑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되고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 정사각형이 평행사변형으로 변환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  <a:blipFill>
                <a:blip r:embed="rId2"/>
                <a:stretch>
                  <a:fillRect l="-497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2D810127-F36F-F750-36B2-F991D65C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7B2FFB-229C-9856-0910-69A35DE4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76" y="2069849"/>
            <a:ext cx="9033577" cy="4412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6F89DE-B4DF-E058-CF78-380106D89E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67225" y="3101805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E58B-E027-B2B0-B8EB-75A34B70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F2E9924A-0166-2BF4-B339-E2DEBED57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98" y="2129648"/>
            <a:ext cx="8769352" cy="435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728BFC4-53E5-BC11-044B-4B5C9539EE4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(2/3)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C6696286-0EB0-4D93-69FB-A9C56117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A56CA-75FB-0E83-0E74-06E43B60B916}"/>
              </a:ext>
            </a:extLst>
          </p:cNvPr>
          <p:cNvSpPr txBox="1"/>
          <p:nvPr/>
        </p:nvSpPr>
        <p:spPr>
          <a:xfrm>
            <a:off x="1641903" y="3360567"/>
            <a:ext cx="359684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mean = [2, 1]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 = [[0.5, 0], [0, 0.2]] </a:t>
            </a:r>
            <a:endParaRPr lang="ko-KR" altLang="en-US" sz="1200" b="0" dirty="0">
              <a:effectLst/>
              <a:latin typeface="Aptos Narrow" panose="020B0004020202020204" pitchFamily="34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data =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np.random.multivariate_normal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(mean,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, 300)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76CE5FD-59F3-5258-A057-D369D8685A4C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83195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행렬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((2,1), (3,4))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새로운 기저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(2,3)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x1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x2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선형 합으로 데이터를 선형변환 한 것이다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E1B69E-A794-FFDD-E298-D83ED5A2D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62" y="2084612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5DC-DE68-65F6-09EA-36647289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74D5D1B-942F-2499-638A-702F6C0E78B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(3/3)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6A79D7C4-9DAF-56C8-6022-B24CFD9C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F1A5AA8-2CC4-07C0-5F12-95F244FE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77" y="2571239"/>
            <a:ext cx="5192932" cy="331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6B27DAA-3882-D126-BE42-5B74772B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17" y="2123291"/>
            <a:ext cx="5192932" cy="372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71733FB-6BFB-1EB3-E879-87A8BBB4946D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1196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행렬로 선형변환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매핑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고유벡터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(Eigen vector)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주성분임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45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1614619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378837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3F55857-3EC6-8FE3-FB8E-AA2D6945375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Eigenvalues_and_eigenvectors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0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DCC-2219-0BAB-D637-2653B934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9486-55C8-1E83-C07C-51A8D03A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D8DB989-8DE9-D0DE-7F4B-F927980EA39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Eigen Faces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70315"/>
                <a:ext cx="10706705" cy="119663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압축된 얼굴 이미지는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(</m:t>
                        </m:r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𝒙</m:t>
                        </m:r>
                      </m:e>
                      <m:sub>
                        <m:r>
                          <a:rPr lang="en-US" altLang="ko-KR" sz="21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2100" b="1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가중치 벡터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(Weight Vector)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원본 얼굴을 똑같이 재현하기 위해 어떤 주성분 얼굴들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(Eigen Faces)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각각 얼마나 필요한 지를 나타내는 계수들의 집합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Combination of Eigen Faces)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70315"/>
                <a:ext cx="10706705" cy="1196635"/>
              </a:xfrm>
              <a:blipFill>
                <a:blip r:embed="rId2"/>
                <a:stretch>
                  <a:fillRect l="-456" r="-114" b="-7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DF88BB-1F83-EAAD-283E-E273CA43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96" y="2692308"/>
            <a:ext cx="901235" cy="152464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850887-FA84-6932-78C8-28A48DF0DD23}"/>
              </a:ext>
            </a:extLst>
          </p:cNvPr>
          <p:cNvGrpSpPr/>
          <p:nvPr/>
        </p:nvGrpSpPr>
        <p:grpSpPr>
          <a:xfrm>
            <a:off x="2082717" y="2527857"/>
            <a:ext cx="7366382" cy="3873529"/>
            <a:chOff x="1606168" y="2181196"/>
            <a:chExt cx="7928357" cy="4038740"/>
          </a:xfrm>
        </p:grpSpPr>
        <p:pic>
          <p:nvPicPr>
            <p:cNvPr id="12290" name="Picture 2" descr="Linear Combination of EigenFaces">
              <a:extLst>
                <a:ext uri="{FF2B5EF4-FFF2-40B4-BE49-F238E27FC236}">
                  <a16:creationId xmlns:a16="http://schemas.microsoft.com/office/drawing/2014/main" id="{609C152E-5A52-54CC-DF19-EFAF2DC26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168" y="2524126"/>
              <a:ext cx="7928357" cy="3695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C0D49F6-0D9F-05FF-14AF-A84B40F5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6168" y="2181196"/>
              <a:ext cx="7928357" cy="3429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/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356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FE12-CADE-3CD4-F5EB-2CA8EA3C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9F478-37B9-890A-4D8D-08A58DE6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BF502A4-1BEC-FF56-E8CB-9AC07C59264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137CB81-E197-E6C6-6522-135D1F52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475480-0AFE-9953-6938-DD8B251F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55" y="1925794"/>
            <a:ext cx="8307923" cy="43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24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C895-B2D4-20A7-8501-9B8F151C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0E741-02BB-2D6E-FC7F-6ED5637F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572FB77-606D-3A2F-1455-79DD3599AE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D2379D-B916-4C85-D178-E45DB6CB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총변동량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E4CED65-DA9B-3A17-1FD6-A7F2D2F1784C}"/>
              </a:ext>
            </a:extLst>
          </p:cNvPr>
          <p:cNvGrpSpPr/>
          <p:nvPr/>
        </p:nvGrpSpPr>
        <p:grpSpPr>
          <a:xfrm>
            <a:off x="1519921" y="1876425"/>
            <a:ext cx="7024004" cy="4703452"/>
            <a:chOff x="1519921" y="1815282"/>
            <a:chExt cx="6947803" cy="47645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F7673C0-666D-0DFD-DB28-36C8AB20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9921" y="1815282"/>
              <a:ext cx="6947803" cy="47632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C258CFA-D46D-DD63-F476-939B24CF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3510" y="6412222"/>
              <a:ext cx="342930" cy="16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32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54C-9E3B-A472-9C1F-80823F5C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189F65D-167B-B5EE-E8D7-C2A4BEF2742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6D2BF00-A385-9818-F1A0-AF5C00351ECA}"/>
              </a:ext>
            </a:extLst>
          </p:cNvPr>
          <p:cNvSpPr txBox="1">
            <a:spLocks/>
          </p:cNvSpPr>
          <p:nvPr/>
        </p:nvSpPr>
        <p:spPr>
          <a:xfrm>
            <a:off x="913794" y="1070316"/>
            <a:ext cx="10706705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코드를 다운받아 주성분분석을 실습한다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9B13165B-37AB-7A55-4979-8CF6B4BF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4580" name="Picture 4" descr="Book Cover">
            <a:extLst>
              <a:ext uri="{FF2B5EF4-FFF2-40B4-BE49-F238E27FC236}">
                <a16:creationId xmlns:a16="http://schemas.microsoft.com/office/drawing/2014/main" id="{30F49467-6593-5363-0398-441CC38F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362200"/>
            <a:ext cx="2965057" cy="39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E23B2-6EEA-CE8D-394E-D03D3C7E3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23" y="2281674"/>
            <a:ext cx="3097535" cy="37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72250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2021</TotalTime>
  <Words>274</Words>
  <Application>Microsoft Office PowerPoint</Application>
  <PresentationFormat>와이드스크린</PresentationFormat>
  <Paragraphs>36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나눔고딕</vt:lpstr>
      <vt:lpstr>맑은 고딕</vt:lpstr>
      <vt:lpstr>맑은 고딕 Semilight</vt:lpstr>
      <vt:lpstr>바탕</vt:lpstr>
      <vt:lpstr>Aptos Narrow</vt:lpstr>
      <vt:lpstr>Arial</vt:lpstr>
      <vt:lpstr>Cambria Math</vt:lpstr>
      <vt:lpstr>Times New Roman</vt:lpstr>
      <vt:lpstr>Tw Cen MT</vt:lpstr>
      <vt:lpstr>Wingdings</vt:lpstr>
      <vt:lpstr>물방울</vt:lpstr>
      <vt:lpstr>선형대수 -PCA-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32</cp:revision>
  <dcterms:created xsi:type="dcterms:W3CDTF">2026-03-09T22:59:08Z</dcterms:created>
  <dcterms:modified xsi:type="dcterms:W3CDTF">2026-04-05T03:27:22Z</dcterms:modified>
</cp:coreProperties>
</file>