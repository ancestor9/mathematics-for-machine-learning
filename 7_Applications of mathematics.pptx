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3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911" r:id="rId12"/>
    <p:sldId id="913" r:id="rId13"/>
    <p:sldId id="915" r:id="rId14"/>
    <p:sldId id="916" r:id="rId15"/>
    <p:sldId id="914" r:id="rId16"/>
    <p:sldId id="912" r:id="rId17"/>
    <p:sldId id="888" r:id="rId18"/>
    <p:sldId id="847" r:id="rId19"/>
    <p:sldId id="870" r:id="rId20"/>
    <p:sldId id="871" r:id="rId21"/>
    <p:sldId id="848" r:id="rId22"/>
    <p:sldId id="873" r:id="rId23"/>
    <p:sldId id="874" r:id="rId24"/>
    <p:sldId id="845" r:id="rId25"/>
    <p:sldId id="872" r:id="rId26"/>
    <p:sldId id="851" r:id="rId27"/>
    <p:sldId id="907" r:id="rId28"/>
    <p:sldId id="910" r:id="rId29"/>
    <p:sldId id="812" r:id="rId30"/>
    <p:sldId id="909" r:id="rId31"/>
    <p:sldId id="908" r:id="rId32"/>
    <p:sldId id="852" r:id="rId33"/>
    <p:sldId id="846" r:id="rId34"/>
    <p:sldId id="902" r:id="rId35"/>
    <p:sldId id="854" r:id="rId36"/>
    <p:sldId id="857" r:id="rId37"/>
    <p:sldId id="858" r:id="rId38"/>
    <p:sldId id="856" r:id="rId39"/>
    <p:sldId id="859" r:id="rId40"/>
    <p:sldId id="864" r:id="rId41"/>
    <p:sldId id="862" r:id="rId42"/>
    <p:sldId id="866" r:id="rId43"/>
    <p:sldId id="867" r:id="rId44"/>
    <p:sldId id="855" r:id="rId45"/>
    <p:sldId id="868" r:id="rId46"/>
    <p:sldId id="865" r:id="rId47"/>
    <p:sldId id="878" r:id="rId48"/>
    <p:sldId id="903" r:id="rId49"/>
    <p:sldId id="876" r:id="rId50"/>
    <p:sldId id="879" r:id="rId51"/>
    <p:sldId id="881" r:id="rId52"/>
    <p:sldId id="880" r:id="rId53"/>
    <p:sldId id="883" r:id="rId54"/>
    <p:sldId id="882" r:id="rId55"/>
    <p:sldId id="884" r:id="rId56"/>
    <p:sldId id="886" r:id="rId57"/>
    <p:sldId id="887" r:id="rId58"/>
    <p:sldId id="885" r:id="rId59"/>
    <p:sldId id="904" r:id="rId60"/>
    <p:sldId id="891" r:id="rId61"/>
    <p:sldId id="899" r:id="rId62"/>
    <p:sldId id="893" r:id="rId63"/>
    <p:sldId id="898" r:id="rId64"/>
    <p:sldId id="897" r:id="rId65"/>
    <p:sldId id="267" r:id="rId66"/>
    <p:sldId id="892" r:id="rId67"/>
    <p:sldId id="905" r:id="rId68"/>
    <p:sldId id="906" r:id="rId69"/>
    <p:sldId id="900" r:id="rId70"/>
    <p:sldId id="833" r:id="rId71"/>
    <p:sldId id="830" r:id="rId7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82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0.png"/><Relationship Id="rId5" Type="http://schemas.microsoft.com/office/2007/relationships/hdphoto" Target="../media/hdphoto1.wdp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42.gif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youtube.com/watch?v=t3VBY9OisC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66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4.jpeg"/><Relationship Id="rId5" Type="http://schemas.openxmlformats.org/officeDocument/2006/relationships/image" Target="../media/image640.png"/><Relationship Id="rId4" Type="http://schemas.openxmlformats.org/officeDocument/2006/relationships/hyperlink" Target="https://en.wikipedia.org/wiki/Sign_function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77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6.png"/><Relationship Id="rId4" Type="http://schemas.openxmlformats.org/officeDocument/2006/relationships/image" Target="../media/image93.png"/><Relationship Id="rId9" Type="http://schemas.microsoft.com/office/2007/relationships/hdphoto" Target="../media/hdphoto6.wdp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gif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D767E-F8C0-79F6-6DB4-6209185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7D42E1-5C83-41E3-39EB-1E717E8C4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데이터를 어떻게 변환하여 분류 문제를 해결하는지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41DCBA-E882-86DB-B6A2-48270F964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2951455"/>
            <a:ext cx="4503366" cy="3084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48477-8772-2C13-773F-F25B8FAE3718}"/>
              </a:ext>
            </a:extLst>
          </p:cNvPr>
          <p:cNvSpPr txBox="1"/>
          <p:nvPr/>
        </p:nvSpPr>
        <p:spPr>
          <a:xfrm>
            <a:off x="6267146" y="2951455"/>
            <a:ext cx="5634599" cy="2671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import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as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x1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arange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4, 5, 1)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x2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2, 1); x3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1,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data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pd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DataFrame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c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_[x1, x2, x3], columns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['x1', 'x2', 'x3'])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set_index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=True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); data[['x2', 'x3']]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plot()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('Similarity',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16);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("x1",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</p:txBody>
      </p:sp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3B27-3E44-EDBF-2380-68C8D354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B7243-22C1-0525-F7BD-4C956D9A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FFC9A8-EF50-29A9-7C0A-FD21F305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66856-FAC7-7882-6C36-17D9647D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분류되지 않을 때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고차원 공간으로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(Mapping)'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 선형 분리가 가능하도록 만드는 기법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C0AB2A2-B5C0-A760-45A0-36EBE40E1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84" y="2726203"/>
            <a:ext cx="5208794" cy="331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DB8E58-FC9B-E1E7-5494-C407DDAA0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982" y="3459132"/>
            <a:ext cx="1691787" cy="1844200"/>
          </a:xfrm>
          <a:prstGeom prst="rect">
            <a:avLst/>
          </a:prstGeom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9D61F63E-5FEE-0E73-023E-0ED24DB05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569" y="2666417"/>
            <a:ext cx="4829479" cy="342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452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D7339-CD25-BCD1-ED3A-419759FBE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509D9-3310-FA4E-4004-4B10D432B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snippet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BD5CD8-3544-27AE-6536-522FABBD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145C0-C662-32EA-080F-78C76C159CE0}"/>
              </a:ext>
            </a:extLst>
          </p:cNvPr>
          <p:cNvSpPr txBox="1"/>
          <p:nvPr/>
        </p:nvSpPr>
        <p:spPr>
          <a:xfrm>
            <a:off x="666750" y="1143064"/>
            <a:ext cx="4724400" cy="52163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stats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x1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np.arange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(-4, 5, 1)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-2,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x2 = stats.norm.pdf(x1, -2, 1) 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1,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x3 = stats.norm.pdf(x1, 1, 1)  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x1:x</a:t>
            </a:r>
            <a:r>
              <a:rPr lang="ko-KR" altLang="en-US" sz="1600" dirty="0">
                <a:latin typeface="Arial Narrow" panose="020B0606020202030204" pitchFamily="34" charset="0"/>
              </a:rPr>
              <a:t>축</a:t>
            </a:r>
            <a:r>
              <a:rPr lang="en-US" altLang="ko-KR" sz="1600" dirty="0">
                <a:latin typeface="Arial Narrow" panose="020B0606020202030204" pitchFamily="34" charset="0"/>
              </a:rPr>
              <a:t>, x2 &amp; x3: y</a:t>
            </a:r>
            <a:r>
              <a:rPr lang="ko-KR" altLang="en-US" sz="1600" dirty="0">
                <a:latin typeface="Arial Narrow" panose="020B0606020202030204" pitchFamily="34" charset="0"/>
              </a:rPr>
              <a:t>축 설정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x2, label='x2');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x3, label='x3') 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("x1");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pdf : Similarity')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RBF(x1)')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138AC-304D-9719-2F18-1AB332E20984}"/>
              </a:ext>
            </a:extLst>
          </p:cNvPr>
          <p:cNvSpPr txBox="1"/>
          <p:nvPr/>
        </p:nvSpPr>
        <p:spPr>
          <a:xfrm>
            <a:off x="5781675" y="1066023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pandas as pd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data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pd.DataFrame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np.c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_[x1, x2, x3], columns = ['x1', 'x2', 'x3'])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data.set_index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=True)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data.round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18733-9E9D-72EA-B112-15B42868A8F6}"/>
              </a:ext>
            </a:extLst>
          </p:cNvPr>
          <p:cNvSpPr txBox="1"/>
          <p:nvPr/>
        </p:nvSpPr>
        <p:spPr>
          <a:xfrm>
            <a:off x="5781675" y="3429000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(x2, x3, c='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DarkGreen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', label='Gaussian RBF(x1)')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("x2");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("x3")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('Linear Separability of Transformed Data in RBF Feature Space')</a:t>
            </a:r>
          </a:p>
        </p:txBody>
      </p:sp>
    </p:spTree>
    <p:extLst>
      <p:ext uri="{BB962C8B-B14F-4D97-AF65-F5344CB8AC3E}">
        <p14:creationId xmlns:p14="http://schemas.microsoft.com/office/powerpoint/2010/main" val="2744667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9187A-6148-38D5-2705-4940F9D9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78E844-E639-EA26-64FB-4A690B65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36ED1-BB35-08A4-5EBA-B5D28999D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5730A4CC-71E0-5575-1331-F4387F05C679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E32C95-F20B-11E7-AEC0-79D85E967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6EC1CA-9C5D-A84E-6551-2B8CF6B1A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9170D03-60E5-67C6-54B3-7596FC3559B4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F0936EE-9C63-98AA-0953-DBE3BC1C1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4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25407-C137-2CB8-93F2-B35B85B4D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FEEA0-384E-4A60-883E-E8E85F51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types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4FB2A-AF25-DE60-BC79-FCA9A33B8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2A156-1325-2B2E-BA04-7F876F781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7DFDB4-4C9E-86C3-C0A0-254F982E0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64" y="1885950"/>
            <a:ext cx="7303072" cy="451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932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7B1CB-A0D2-E6BB-9548-F62C6CDF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3762DA-6E5B-51B6-6178-DA0B3EB0A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2BDC4-A294-11BD-16D7-C3FEE3359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3F6AC31-1870-63E4-E47C-2B4387316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32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A7DB6AE-FB70-EC78-BC76-BDCE7F437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A954B6-12AD-F473-F1AC-6EF7CAC9B9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AF4256-6B7B-17F3-D328-42EC644287BB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FE72E79-91B8-7DA0-28A9-365F1BA3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020636-809F-858B-8DA3-C294DF905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A38C01C-CE43-6BF2-860E-78FBA244937F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9199-A9A7-0518-8BD1-EFF90CBC0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89FB3C-8ED1-2668-A02A-1D719EB7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06554A-7D6A-9722-68E2-D087D62F296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E57286B-6519-32B8-78A3-D8BF40374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2850" y="905522"/>
            <a:ext cx="9245379" cy="5495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763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60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Backpropagation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842754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63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64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69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4607</TotalTime>
  <Words>4623</Words>
  <Application>Microsoft Office PowerPoint</Application>
  <PresentationFormat>와이드스크린</PresentationFormat>
  <Paragraphs>615</Paragraphs>
  <Slides>71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8" baseType="lpstr">
      <vt:lpstr>MS PGothic</vt:lpstr>
      <vt:lpstr>NanumGothicExtraBold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RBF kernel similarity</vt:lpstr>
      <vt:lpstr>RBF kernel similarity</vt:lpstr>
      <vt:lpstr>RBF kernel snippet</vt:lpstr>
      <vt:lpstr>Digress : Kernel Transformation</vt:lpstr>
      <vt:lpstr>kernel types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Digress : Kernel Transformation</vt:lpstr>
      <vt:lpstr>Digress : Kernel Transformation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SVD</vt:lpstr>
      <vt:lpstr>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56</cp:revision>
  <dcterms:created xsi:type="dcterms:W3CDTF">2026-03-09T22:59:08Z</dcterms:created>
  <dcterms:modified xsi:type="dcterms:W3CDTF">2026-03-31T00:56:28Z</dcterms:modified>
</cp:coreProperties>
</file>