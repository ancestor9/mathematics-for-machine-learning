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4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88" r:id="rId12"/>
    <p:sldId id="847" r:id="rId13"/>
    <p:sldId id="870" r:id="rId14"/>
    <p:sldId id="871" r:id="rId15"/>
    <p:sldId id="848" r:id="rId16"/>
    <p:sldId id="873" r:id="rId17"/>
    <p:sldId id="874" r:id="rId18"/>
    <p:sldId id="845" r:id="rId19"/>
    <p:sldId id="872" r:id="rId20"/>
    <p:sldId id="851" r:id="rId21"/>
    <p:sldId id="907" r:id="rId22"/>
    <p:sldId id="908" r:id="rId23"/>
    <p:sldId id="852" r:id="rId24"/>
    <p:sldId id="846" r:id="rId25"/>
    <p:sldId id="902" r:id="rId26"/>
    <p:sldId id="854" r:id="rId27"/>
    <p:sldId id="857" r:id="rId28"/>
    <p:sldId id="858" r:id="rId29"/>
    <p:sldId id="856" r:id="rId30"/>
    <p:sldId id="859" r:id="rId31"/>
    <p:sldId id="864" r:id="rId32"/>
    <p:sldId id="862" r:id="rId33"/>
    <p:sldId id="866" r:id="rId34"/>
    <p:sldId id="867" r:id="rId35"/>
    <p:sldId id="855" r:id="rId36"/>
    <p:sldId id="868" r:id="rId37"/>
    <p:sldId id="865" r:id="rId38"/>
    <p:sldId id="878" r:id="rId39"/>
    <p:sldId id="903" r:id="rId40"/>
    <p:sldId id="876" r:id="rId41"/>
    <p:sldId id="879" r:id="rId42"/>
    <p:sldId id="881" r:id="rId43"/>
    <p:sldId id="880" r:id="rId44"/>
    <p:sldId id="883" r:id="rId45"/>
    <p:sldId id="882" r:id="rId46"/>
    <p:sldId id="884" r:id="rId47"/>
    <p:sldId id="886" r:id="rId48"/>
    <p:sldId id="887" r:id="rId49"/>
    <p:sldId id="885" r:id="rId50"/>
    <p:sldId id="904" r:id="rId51"/>
    <p:sldId id="891" r:id="rId52"/>
    <p:sldId id="899" r:id="rId53"/>
    <p:sldId id="893" r:id="rId54"/>
    <p:sldId id="898" r:id="rId55"/>
    <p:sldId id="897" r:id="rId56"/>
    <p:sldId id="267" r:id="rId57"/>
    <p:sldId id="892" r:id="rId58"/>
    <p:sldId id="905" r:id="rId59"/>
    <p:sldId id="906" r:id="rId60"/>
    <p:sldId id="900" r:id="rId61"/>
    <p:sldId id="833" r:id="rId62"/>
    <p:sldId id="830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07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hyperlink" Target="https://mlu-explain.github.io/linear-regression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36.gif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4.jpeg"/><Relationship Id="rId5" Type="http://schemas.openxmlformats.org/officeDocument/2006/relationships/image" Target="../media/image64.png"/><Relationship Id="rId4" Type="http://schemas.openxmlformats.org/officeDocument/2006/relationships/hyperlink" Target="https://en.wikipedia.org/wiki/Sign_function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68.png"/><Relationship Id="rId2" Type="http://schemas.openxmlformats.org/officeDocument/2006/relationships/image" Target="../media/image67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3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5.png"/><Relationship Id="rId4" Type="http://schemas.openxmlformats.org/officeDocument/2006/relationships/image" Target="../media/image92.png"/><Relationship Id="rId9" Type="http://schemas.microsoft.com/office/2007/relationships/hdphoto" Target="../media/hdphoto6.wdp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gif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09.png"/><Relationship Id="rId4" Type="http://schemas.openxmlformats.org/officeDocument/2006/relationships/image" Target="../media/image107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4489</TotalTime>
  <Words>3558</Words>
  <Application>Microsoft Office PowerPoint</Application>
  <PresentationFormat>와이드스크린</PresentationFormat>
  <Paragraphs>527</Paragraphs>
  <Slides>62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79" baseType="lpstr">
      <vt:lpstr>MS PGothic</vt:lpstr>
      <vt:lpstr>NanumGothicExtraBold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Machine Learning(2/2)</vt:lpstr>
      <vt:lpstr>Optimization(1/2)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54</cp:revision>
  <dcterms:created xsi:type="dcterms:W3CDTF">2026-03-09T22:59:08Z</dcterms:created>
  <dcterms:modified xsi:type="dcterms:W3CDTF">2026-03-30T01:22:38Z</dcterms:modified>
</cp:coreProperties>
</file>