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3"/>
  </p:notesMasterIdLst>
  <p:sldIdLst>
    <p:sldId id="256" r:id="rId2"/>
    <p:sldId id="266" r:id="rId3"/>
    <p:sldId id="265" r:id="rId4"/>
    <p:sldId id="259" r:id="rId5"/>
    <p:sldId id="258" r:id="rId6"/>
    <p:sldId id="260" r:id="rId7"/>
    <p:sldId id="263" r:id="rId8"/>
    <p:sldId id="264" r:id="rId9"/>
    <p:sldId id="261" r:id="rId10"/>
    <p:sldId id="262" r:id="rId11"/>
    <p:sldId id="267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행렬과 벡터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2026 Spring</a:t>
            </a:r>
          </a:p>
          <a:p>
            <a:r>
              <a:rPr lang="ko-KR" altLang="en-US" dirty="0" err="1"/>
              <a:t>조상구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BF83E-FA81-2702-D7F1-0896BBDA9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96EBB9-2262-CFC3-D517-E192843CFA6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2</a:t>
            </a:r>
            <a:r>
              <a:rPr lang="ko-KR" altLang="en-US" sz="2400" dirty="0"/>
              <a:t>차원 평면의 </a:t>
            </a:r>
            <a:r>
              <a:rPr lang="en-US" altLang="ko-KR" sz="2400" dirty="0"/>
              <a:t>2</a:t>
            </a:r>
            <a:r>
              <a:rPr lang="ko-KR" altLang="en-US" sz="2400" dirty="0"/>
              <a:t>개 벡터</a:t>
            </a:r>
            <a:r>
              <a:rPr lang="en-US" altLang="ko-KR" sz="2400" dirty="0"/>
              <a:t>(points), (1,2), (2,1)</a:t>
            </a:r>
            <a:r>
              <a:rPr lang="ko-KR" altLang="en-US" sz="2400" dirty="0"/>
              <a:t>에 임의의 행렬과 내적</a:t>
            </a:r>
            <a:endParaRPr lang="en-US" altLang="ko-KR" sz="2400" dirty="0"/>
          </a:p>
          <a:p>
            <a:r>
              <a:rPr lang="ko-KR" altLang="en-US" sz="2400" dirty="0"/>
              <a:t>투영</a:t>
            </a:r>
            <a:r>
              <a:rPr lang="en-US" altLang="ko-KR" sz="2400" dirty="0"/>
              <a:t>(Projection)</a:t>
            </a:r>
          </a:p>
          <a:p>
            <a:r>
              <a:rPr lang="ko-KR" altLang="en-US" sz="2400" dirty="0"/>
              <a:t>행렬</a:t>
            </a:r>
            <a:r>
              <a:rPr lang="en-US" altLang="ko-KR" sz="2400" dirty="0"/>
              <a:t> A</a:t>
            </a:r>
            <a:r>
              <a:rPr lang="ko-KR" altLang="en-US" sz="2400" dirty="0"/>
              <a:t>와 내적</a:t>
            </a:r>
            <a:r>
              <a:rPr lang="en-US" altLang="ko-KR" sz="2400" dirty="0"/>
              <a:t>(inner product)</a:t>
            </a:r>
          </a:p>
          <a:p>
            <a:r>
              <a:rPr lang="ko-KR" altLang="en-US" sz="2400" dirty="0"/>
              <a:t>행렬 </a:t>
            </a:r>
            <a:r>
              <a:rPr lang="en-US" altLang="ko-KR" sz="2400" dirty="0"/>
              <a:t>A</a:t>
            </a:r>
            <a:r>
              <a:rPr lang="ko-KR" altLang="en-US" sz="2400" dirty="0"/>
              <a:t>로 선형변환</a:t>
            </a:r>
            <a:r>
              <a:rPr lang="en-US" altLang="ko-KR" sz="2400" dirty="0"/>
              <a:t>(linear combination)</a:t>
            </a:r>
          </a:p>
          <a:p>
            <a:r>
              <a:rPr lang="ko-KR" altLang="en-US" sz="2400" dirty="0"/>
              <a:t>기저좌표의 변화</a:t>
            </a:r>
            <a:endParaRPr lang="en-US" altLang="ko-KR" sz="2400" dirty="0"/>
          </a:p>
          <a:p>
            <a:r>
              <a:rPr lang="ko-KR" altLang="en-US" sz="2400" dirty="0"/>
              <a:t>주성분</a:t>
            </a:r>
            <a:r>
              <a:rPr lang="en-US" altLang="ko-KR" sz="2400" dirty="0"/>
              <a:t>(principal components)</a:t>
            </a:r>
          </a:p>
          <a:p>
            <a:endParaRPr lang="ko-KR" altLang="en-US" sz="24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8C3539-91F4-1378-2B85-AE1709642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97" y="3429000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17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91B4E48-E1AE-B2FF-6149-33E191C9E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7D033C8-EADC-2B31-5912-2605BD85D5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15690B-B9F0-94FA-BC45-0E4821137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기하와 선형대수적 이해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0BE21E3-574E-E3B3-F218-5F9D85ABA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450" y="4643307"/>
            <a:ext cx="6599244" cy="202950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5C33DC3-86CB-5044-C33D-E78D6DD43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43" y="1954402"/>
            <a:ext cx="6237758" cy="2455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59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CD8618D8-99C8-D36D-5F8C-CB7C2F2D6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4152EB7C-8477-F13E-0008-2A651FA1B0C6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D45B059-9139-C396-875E-8B274944A6E1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4FDDE7-53BE-B872-B47F-2FA837D88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38</TotalTime>
  <Words>93</Words>
  <Application>Microsoft Office PowerPoint</Application>
  <PresentationFormat>와이드스크린</PresentationFormat>
  <Paragraphs>21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6" baseType="lpstr">
      <vt:lpstr>Nanum Gothic</vt:lpstr>
      <vt:lpstr>맑은 고딕</vt:lpstr>
      <vt:lpstr>Arial</vt:lpstr>
      <vt:lpstr>Tw Cen MT</vt:lpstr>
      <vt:lpstr>물방울</vt:lpstr>
      <vt:lpstr>행렬과 벡터</vt:lpstr>
      <vt:lpstr>시작</vt:lpstr>
      <vt:lpstr>선형변환</vt:lpstr>
      <vt:lpstr>기하학적 이해</vt:lpstr>
      <vt:lpstr>기하와 선형대수적 이해</vt:lpstr>
      <vt:lpstr>행렬과 내적은 선형변환</vt:lpstr>
      <vt:lpstr>선형변환</vt:lpstr>
      <vt:lpstr>주성분(Principal component)</vt:lpstr>
      <vt:lpstr>행렬변환에 의한 기저좌표의 변화</vt:lpstr>
      <vt:lpstr>주성분분석</vt:lpstr>
      <vt:lpstr>Eigenvalues_and_eigenvectors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3</cp:revision>
  <dcterms:created xsi:type="dcterms:W3CDTF">2026-03-09T22:59:08Z</dcterms:created>
  <dcterms:modified xsi:type="dcterms:W3CDTF">2026-03-09T23:37:40Z</dcterms:modified>
</cp:coreProperties>
</file>