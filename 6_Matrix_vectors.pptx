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6"/>
  </p:notesMasterIdLst>
  <p:sldIdLst>
    <p:sldId id="256" r:id="rId2"/>
    <p:sldId id="266" r:id="rId3"/>
    <p:sldId id="282" r:id="rId4"/>
    <p:sldId id="288" r:id="rId5"/>
    <p:sldId id="291" r:id="rId6"/>
    <p:sldId id="289" r:id="rId7"/>
    <p:sldId id="290" r:id="rId8"/>
    <p:sldId id="286" r:id="rId9"/>
    <p:sldId id="285" r:id="rId10"/>
    <p:sldId id="287" r:id="rId11"/>
    <p:sldId id="280" r:id="rId12"/>
    <p:sldId id="265" r:id="rId13"/>
    <p:sldId id="271" r:id="rId14"/>
    <p:sldId id="819" r:id="rId15"/>
    <p:sldId id="820" r:id="rId16"/>
    <p:sldId id="275" r:id="rId17"/>
    <p:sldId id="276" r:id="rId18"/>
    <p:sldId id="272" r:id="rId19"/>
    <p:sldId id="279" r:id="rId20"/>
    <p:sldId id="270" r:id="rId21"/>
    <p:sldId id="259" r:id="rId22"/>
    <p:sldId id="258" r:id="rId23"/>
    <p:sldId id="268" r:id="rId24"/>
    <p:sldId id="269" r:id="rId25"/>
    <p:sldId id="260" r:id="rId26"/>
    <p:sldId id="818" r:id="rId27"/>
    <p:sldId id="263" r:id="rId28"/>
    <p:sldId id="815" r:id="rId29"/>
    <p:sldId id="816" r:id="rId30"/>
    <p:sldId id="817" r:id="rId31"/>
    <p:sldId id="821" r:id="rId32"/>
    <p:sldId id="292" r:id="rId33"/>
    <p:sldId id="811" r:id="rId34"/>
    <p:sldId id="812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2026-03-24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67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chrome-extension://hmigninkgibhdckiaphhmbgcghochdjc/pdfjs/web/viewer.html?file=file%3A%2F%2F%2FC%3A%2FUsers%2F%25EC%25A1%25B0%25EA%25B7%25BC%25ED%2595%2598%2FDownloads%2FPython%2520for%2520Data%2520Analysis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270.png"/><Relationship Id="rId7" Type="http://schemas.openxmlformats.org/officeDocument/2006/relationships/image" Target="../media/image44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  <a:br>
              <a:rPr lang="en-US" altLang="ko-KR" dirty="0"/>
            </a:br>
            <a:r>
              <a:rPr lang="en-US" altLang="ko-KR" sz="3200" dirty="0"/>
              <a:t>-</a:t>
            </a:r>
            <a:r>
              <a:rPr lang="ko-KR" altLang="en-US" sz="3200" dirty="0"/>
              <a:t>선형변환</a:t>
            </a:r>
            <a:r>
              <a:rPr lang="en-US" altLang="ko-KR" sz="3200" dirty="0"/>
              <a:t>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Cambria Math" panose="02040503050406030204" pitchFamily="18" charset="0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Cambria Math" panose="02040503050406030204" pitchFamily="18" charset="0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아래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동영상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/>
              <a:t> </a:t>
            </a:r>
            <a:r>
              <a:rPr lang="ko-KR" altLang="en-US" dirty="0"/>
              <a:t>배우기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541DB5-89AD-BBD3-1005-18F5C456981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116473" y="2214694"/>
            <a:ext cx="3255502" cy="424702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8B465D-C127-08FA-DE59-4EE4DE73E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791" y="2214693"/>
            <a:ext cx="4578929" cy="4247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15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장 배열과 </a:t>
            </a:r>
            <a:r>
              <a:rPr lang="ko-KR" altLang="en-US" dirty="0" err="1"/>
              <a:t>벡터화연산</a:t>
            </a:r>
            <a:r>
              <a:rPr lang="ko-KR" altLang="en-US" dirty="0"/>
              <a:t> 학습하기 </a:t>
            </a:r>
            <a:r>
              <a:rPr lang="en-US" altLang="ko-KR" dirty="0"/>
              <a:t>(</a:t>
            </a:r>
            <a:r>
              <a:rPr lang="ko-KR" altLang="en-US" dirty="0"/>
              <a:t>자습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018E2FB2-74BF-0856-D02B-74FB68ED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 &amp; rotate</a:t>
            </a:r>
            <a:r>
              <a:rPr lang="ko-KR" altLang="en-US" dirty="0"/>
              <a:t>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pic>
        <p:nvPicPr>
          <p:cNvPr id="1026" name="Picture 2" descr="clap board roadside Jakob and Ryan">
            <a:extLst>
              <a:ext uri="{FF2B5EF4-FFF2-40B4-BE49-F238E27FC236}">
                <a16:creationId xmlns:a16="http://schemas.microsoft.com/office/drawing/2014/main" id="{23F44CB3-02C4-078A-A7D0-959CDD895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421" y="433787"/>
            <a:ext cx="2362490" cy="159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1451914" y="2399424"/>
            <a:ext cx="715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/>
              <a:t>아래 코드를 직접 실행해보고 이미지에 대한 </a:t>
            </a:r>
            <a:r>
              <a:rPr lang="ko-KR" altLang="en-US"/>
              <a:t>선형변환을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30956778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7742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Kernel Transformation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b="0" dirty="0">
              <a:solidFill>
                <a:srgbClr val="00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B39C48-D1D6-35F5-B1EA-C7C6916E3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635BAA7-CE39-2E03-0021-A2FEB8429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E79001F-EDD7-253B-B489-2582AD413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392" y="3173077"/>
            <a:ext cx="1249073" cy="323036"/>
          </a:xfrm>
          <a:prstGeom prst="rect">
            <a:avLst/>
          </a:prstGeom>
          <a:ln>
            <a:solidFill>
              <a:srgbClr val="FF0000"/>
            </a:solidFill>
          </a:ln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  <a:stCxn id="5" idx="3"/>
            <a:endCxn id="8" idx="3"/>
          </p:cNvCxnSpPr>
          <p:nvPr/>
        </p:nvCxnSpPr>
        <p:spPr>
          <a:xfrm>
            <a:off x="10111203" y="2244594"/>
            <a:ext cx="101600" cy="2823989"/>
          </a:xfrm>
          <a:prstGeom prst="curvedConnector3">
            <a:avLst>
              <a:gd name="adj1" fmla="val 3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1708</TotalTime>
  <Words>1616</Words>
  <Application>Microsoft Office PowerPoint</Application>
  <PresentationFormat>와이드스크린</PresentationFormat>
  <Paragraphs>226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6" baseType="lpstr">
      <vt:lpstr>Nanum Gothic</vt:lpstr>
      <vt:lpstr>맑은 고딕</vt:lpstr>
      <vt:lpstr>Batang</vt:lpstr>
      <vt:lpstr>한컴 말랑말랑 Bold</vt:lpstr>
      <vt:lpstr>Arial</vt:lpstr>
      <vt:lpstr>Calibri</vt:lpstr>
      <vt:lpstr>Calibri Light</vt:lpstr>
      <vt:lpstr>Cambria Math</vt:lpstr>
      <vt:lpstr>Tw Cen MT</vt:lpstr>
      <vt:lpstr>Wingdings</vt:lpstr>
      <vt:lpstr>Wingdings 2</vt:lpstr>
      <vt:lpstr>물방울</vt:lpstr>
      <vt:lpstr>행렬과 벡터 -선형변환-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２차원　sheer &amp; rotate　선형변환</vt:lpstr>
      <vt:lpstr>실습하기</vt:lpstr>
      <vt:lpstr>Digress : Shear Bradpit Image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24</cp:revision>
  <dcterms:created xsi:type="dcterms:W3CDTF">2026-03-09T22:59:08Z</dcterms:created>
  <dcterms:modified xsi:type="dcterms:W3CDTF">2026-03-24T15:40:07Z</dcterms:modified>
</cp:coreProperties>
</file>