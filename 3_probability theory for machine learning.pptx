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88" r:id="rId33"/>
    <p:sldId id="290" r:id="rId34"/>
    <p:sldId id="289" r:id="rId35"/>
    <p:sldId id="286" r:id="rId36"/>
    <p:sldId id="287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372" r:id="rId55"/>
    <p:sldId id="390" r:id="rId56"/>
    <p:sldId id="391" r:id="rId57"/>
    <p:sldId id="400" r:id="rId58"/>
    <p:sldId id="388" r:id="rId59"/>
    <p:sldId id="398" r:id="rId60"/>
    <p:sldId id="397" r:id="rId61"/>
    <p:sldId id="399" r:id="rId62"/>
    <p:sldId id="301" r:id="rId63"/>
    <p:sldId id="367" r:id="rId64"/>
    <p:sldId id="305" r:id="rId65"/>
    <p:sldId id="394" r:id="rId66"/>
    <p:sldId id="304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2026-03-31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862470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43905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jpeg"/><Relationship Id="rId5" Type="http://schemas.openxmlformats.org/officeDocument/2006/relationships/image" Target="../media/image73.pn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jpe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seaborn.pydata.org/examples/layered_bivariate_plot.html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7416824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3A450EB-4B72-5B57-CA6B-890A22B1A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36E39909-7DFD-09F1-3547-A6E5059E381B}"/>
              </a:ext>
            </a:extLst>
          </p:cNvPr>
          <p:cNvSpPr/>
          <p:nvPr/>
        </p:nvSpPr>
        <p:spPr>
          <a:xfrm>
            <a:off x="1413892" y="1617684"/>
            <a:ext cx="9361040" cy="94722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1413892" y="2564904"/>
            <a:ext cx="9361040" cy="3829876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blipFill>
                  <a:blip r:embed="rId5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B27ED658-D512-B508-1758-40CC52285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837" y="1556792"/>
            <a:ext cx="3743847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468" y="1678268"/>
            <a:ext cx="5363889" cy="460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79" y="908720"/>
            <a:ext cx="1162387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40mm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836" y="1704469"/>
            <a:ext cx="5392706" cy="457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467" y="1820143"/>
            <a:ext cx="5303697" cy="450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484" y="1815326"/>
            <a:ext cx="5218067" cy="4468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((Flipper Length)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67" y="1700808"/>
            <a:ext cx="5303696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1772816"/>
            <a:ext cx="10814847" cy="442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228" y="2318650"/>
            <a:ext cx="1943021" cy="14942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468" y="2311708"/>
            <a:ext cx="2197140" cy="149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877924"/>
            <a:ext cx="6264183" cy="328450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561735" y="4350899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850F4DC-D4C4-1CBD-43FE-3B1D5B65CC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0516" y="2877924"/>
            <a:ext cx="4752528" cy="169427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60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60306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1833</TotalTime>
  <Words>4034</Words>
  <Application>Microsoft Office PowerPoint</Application>
  <PresentationFormat>사용자 지정</PresentationFormat>
  <Paragraphs>561</Paragraphs>
  <Slides>63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8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87</cp:revision>
  <dcterms:created xsi:type="dcterms:W3CDTF">2024-06-03T06:10:16Z</dcterms:created>
  <dcterms:modified xsi:type="dcterms:W3CDTF">2026-03-31T07:50:03Z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