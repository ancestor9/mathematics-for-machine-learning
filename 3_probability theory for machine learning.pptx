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6"/>
  </p:notesMasterIdLst>
  <p:handoutMasterIdLst>
    <p:handoutMasterId r:id="rId67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90" r:id="rId33"/>
    <p:sldId id="288" r:id="rId34"/>
    <p:sldId id="286" r:id="rId35"/>
    <p:sldId id="287" r:id="rId36"/>
    <p:sldId id="289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372" r:id="rId55"/>
    <p:sldId id="390" r:id="rId56"/>
    <p:sldId id="391" r:id="rId57"/>
    <p:sldId id="388" r:id="rId58"/>
    <p:sldId id="398" r:id="rId59"/>
    <p:sldId id="397" r:id="rId60"/>
    <p:sldId id="301" r:id="rId61"/>
    <p:sldId id="367" r:id="rId62"/>
    <p:sldId id="305" r:id="rId63"/>
    <p:sldId id="394" r:id="rId64"/>
    <p:sldId id="304" r:id="rId65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9835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commentAuthors" Target="commentAuthors.xml"/><Relationship Id="rId7" Type="http://schemas.openxmlformats.org/officeDocument/2006/relationships/slide" Target="slides/slide3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rvivorship_bias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layered_bivariate_plot.html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시간과 나이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(age)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744AA534-5EFE-9429-2F64-20D093C87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322" y="2420888"/>
            <a:ext cx="10824714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density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8335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데스트와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044" y="5229200"/>
                <a:ext cx="1459641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0236" y="2564904"/>
                <a:ext cx="1459641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65" y="1895927"/>
                <a:ext cx="1459641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히스코그램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765820" y="2435393"/>
            <a:ext cx="10110835" cy="4136639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7908" y="2924178"/>
                  <a:ext cx="208823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2770" y="2901766"/>
                  <a:ext cx="20882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3815CCEA-7444-F36E-2520-2865020490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4692" y="1668676"/>
            <a:ext cx="3444538" cy="617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날개의 길이에 대한 조건부확률을 확률밀도함수로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98" y="1538862"/>
            <a:ext cx="5123628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각각의 경우에서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877924"/>
            <a:ext cx="6264183" cy="328450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561735" y="4350899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850F4DC-D4C4-1CBD-43FE-3B1D5B65CC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0516" y="2877924"/>
            <a:ext cx="4752528" cy="169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A007FE-1B99-2A83-C3DF-9542719965C8}"/>
              </a:ext>
            </a:extLst>
          </p:cNvPr>
          <p:cNvSpPr txBox="1"/>
          <p:nvPr/>
        </p:nvSpPr>
        <p:spPr>
          <a:xfrm>
            <a:off x="837828" y="2298234"/>
            <a:ext cx="10873208" cy="1160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 세상에 초능력자는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 존재한다고 믿기에 카드 색깔을 맞춘 사실에는 관심이 없고 여전히 초능력자일 확률은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초능력자라면 전부 맞추겠지만 일반인이기에 운 좋게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3.125%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맞추었을 뿐이라고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5D54327-C77A-5451-64F4-89840B35E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3522831"/>
            <a:ext cx="8208912" cy="28555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B11E6-C23C-2326-3EE3-EFA4F76CF5DF}"/>
              </a:ext>
            </a:extLst>
          </p:cNvPr>
          <p:cNvSpPr txBox="1"/>
          <p:nvPr/>
        </p:nvSpPr>
        <p:spPr>
          <a:xfrm>
            <a:off x="333772" y="1024001"/>
            <a:ext cx="11809312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너무 고집스럽고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슈퍼맨의 존재를 너무 신봉하는 경향이 있지만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이 사람은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개를 맞춘 사실을 전제로 초능력자일 확률적 믿음은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3.1%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５개 색깔을 모두 맞춘 경우 ： 초능력자와 일반인이 맞춘 경우에서 초능력자가 맞출 비율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어느 유형에 속하는가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통계학에서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Frequentist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Bayesian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설명하는 예제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베이지안은 확률을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고정된 값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아니라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들어올 때마다 업데이트되는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믿음의 정도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한다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D6CC51-5DBA-2191-A91F-88C40BE9C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500" y="3279510"/>
            <a:ext cx="9967824" cy="22252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7354" y="3437385"/>
            <a:ext cx="822808" cy="992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아래 데이터를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정규분포를 가정하여 조건부확률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예측하라</a:t>
            </a:r>
          </a:p>
        </p:txBody>
      </p:sp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765820" y="1196752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44" y="1714153"/>
            <a:ext cx="3775370" cy="35610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684" y="4683320"/>
            <a:ext cx="3775370" cy="138920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102" y="1714152"/>
            <a:ext cx="3939657" cy="356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280281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293785"/>
            <a:ext cx="5138154" cy="4943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930206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61764" y="1268760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713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1709</TotalTime>
  <Words>3856</Words>
  <Application>Microsoft Office PowerPoint</Application>
  <PresentationFormat>사용자 지정</PresentationFormat>
  <Paragraphs>535</Paragraphs>
  <Slides>61</Slides>
  <Notes>59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6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84</cp:revision>
  <dcterms:created xsi:type="dcterms:W3CDTF">2024-06-03T06:10:16Z</dcterms:created>
  <dcterms:modified xsi:type="dcterms:W3CDTF">2026-03-27T15:42:59Z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