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271" r:id="rId14"/>
    <p:sldId id="273" r:id="rId15"/>
    <p:sldId id="362" r:id="rId16"/>
    <p:sldId id="272" r:id="rId17"/>
    <p:sldId id="276" r:id="rId18"/>
    <p:sldId id="306" r:id="rId19"/>
    <p:sldId id="307" r:id="rId20"/>
    <p:sldId id="303" r:id="rId21"/>
    <p:sldId id="309" r:id="rId22"/>
    <p:sldId id="310" r:id="rId23"/>
    <p:sldId id="311" r:id="rId24"/>
    <p:sldId id="312" r:id="rId25"/>
    <p:sldId id="316" r:id="rId26"/>
    <p:sldId id="308" r:id="rId27"/>
    <p:sldId id="299" r:id="rId28"/>
    <p:sldId id="363" r:id="rId29"/>
    <p:sldId id="277" r:id="rId30"/>
    <p:sldId id="364" r:id="rId31"/>
    <p:sldId id="275" r:id="rId32"/>
    <p:sldId id="279" r:id="rId33"/>
    <p:sldId id="278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8" r:id="rId42"/>
    <p:sldId id="305" r:id="rId43"/>
    <p:sldId id="304" r:id="rId44"/>
    <p:sldId id="287" r:id="rId45"/>
    <p:sldId id="289" r:id="rId46"/>
    <p:sldId id="290" r:id="rId47"/>
    <p:sldId id="291" r:id="rId48"/>
    <p:sldId id="292" r:id="rId49"/>
    <p:sldId id="365" r:id="rId50"/>
    <p:sldId id="293" r:id="rId51"/>
    <p:sldId id="300" r:id="rId52"/>
    <p:sldId id="368" r:id="rId53"/>
    <p:sldId id="367" r:id="rId54"/>
    <p:sldId id="317" r:id="rId55"/>
    <p:sldId id="301" r:id="rId56"/>
    <p:sldId id="359" r:id="rId5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4434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849</TotalTime>
  <Words>1894</Words>
  <Application>Microsoft Office PowerPoint</Application>
  <PresentationFormat>사용자 지정</PresentationFormat>
  <Paragraphs>351</Paragraphs>
  <Slides>53</Slides>
  <Notes>50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6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58</cp:revision>
  <dcterms:created xsi:type="dcterms:W3CDTF">2024-06-03T06:10:16Z</dcterms:created>
  <dcterms:modified xsi:type="dcterms:W3CDTF">2026-03-20T22:34:48Z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