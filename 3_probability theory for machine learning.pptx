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1"/>
  </p:notesMasterIdLst>
  <p:handoutMasterIdLst>
    <p:handoutMasterId r:id="rId72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03" r:id="rId16"/>
    <p:sldId id="387" r:id="rId17"/>
    <p:sldId id="276" r:id="rId18"/>
    <p:sldId id="307" r:id="rId19"/>
    <p:sldId id="308" r:id="rId20"/>
    <p:sldId id="340" r:id="rId21"/>
    <p:sldId id="363" r:id="rId22"/>
    <p:sldId id="277" r:id="rId23"/>
    <p:sldId id="278" r:id="rId24"/>
    <p:sldId id="364" r:id="rId25"/>
    <p:sldId id="279" r:id="rId26"/>
    <p:sldId id="284" r:id="rId27"/>
    <p:sldId id="377" r:id="rId28"/>
    <p:sldId id="280" r:id="rId29"/>
    <p:sldId id="281" r:id="rId30"/>
    <p:sldId id="382" r:id="rId31"/>
    <p:sldId id="283" r:id="rId32"/>
    <p:sldId id="383" r:id="rId33"/>
    <p:sldId id="288" r:id="rId34"/>
    <p:sldId id="290" r:id="rId35"/>
    <p:sldId id="289" r:id="rId36"/>
    <p:sldId id="286" r:id="rId37"/>
    <p:sldId id="287" r:id="rId38"/>
    <p:sldId id="393" r:id="rId39"/>
    <p:sldId id="395" r:id="rId40"/>
    <p:sldId id="396" r:id="rId41"/>
    <p:sldId id="291" r:id="rId42"/>
    <p:sldId id="375" r:id="rId43"/>
    <p:sldId id="374" r:id="rId44"/>
    <p:sldId id="365" r:id="rId45"/>
    <p:sldId id="293" r:id="rId46"/>
    <p:sldId id="324" r:id="rId47"/>
    <p:sldId id="338" r:id="rId48"/>
    <p:sldId id="302" r:id="rId49"/>
    <p:sldId id="330" r:id="rId50"/>
    <p:sldId id="327" r:id="rId51"/>
    <p:sldId id="335" r:id="rId52"/>
    <p:sldId id="336" r:id="rId53"/>
    <p:sldId id="392" r:id="rId54"/>
    <p:sldId id="389" r:id="rId55"/>
    <p:sldId id="401" r:id="rId56"/>
    <p:sldId id="372" r:id="rId57"/>
    <p:sldId id="390" r:id="rId58"/>
    <p:sldId id="391" r:id="rId59"/>
    <p:sldId id="400" r:id="rId60"/>
    <p:sldId id="388" r:id="rId61"/>
    <p:sldId id="398" r:id="rId62"/>
    <p:sldId id="397" r:id="rId63"/>
    <p:sldId id="399" r:id="rId64"/>
    <p:sldId id="301" r:id="rId65"/>
    <p:sldId id="367" r:id="rId66"/>
    <p:sldId id="402" r:id="rId67"/>
    <p:sldId id="305" r:id="rId68"/>
    <p:sldId id="394" r:id="rId69"/>
    <p:sldId id="304" r:id="rId70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>
        <p:scale>
          <a:sx n="100" d="100"/>
          <a:sy n="100" d="100"/>
        </p:scale>
        <p:origin x="1356" y="31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86247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4390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472079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0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jpeg"/><Relationship Id="rId4" Type="http://schemas.openxmlformats.org/officeDocument/2006/relationships/hyperlink" Target="https://en.wikipedia.org/wiki/Sunrise_problem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6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8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jpe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59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59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jpeg"/><Relationship Id="rId4" Type="http://schemas.openxmlformats.org/officeDocument/2006/relationships/hyperlink" Target="https://seaborn.pydata.org/examples/layered_bivariate_plot.html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343D174-FA76-A565-AE83-817FFA5171E8}"/>
              </a:ext>
            </a:extLst>
          </p:cNvPr>
          <p:cNvGrpSpPr/>
          <p:nvPr/>
        </p:nvGrpSpPr>
        <p:grpSpPr>
          <a:xfrm>
            <a:off x="3461256" y="980728"/>
            <a:ext cx="4762255" cy="2951030"/>
            <a:chOff x="2368021" y="2035369"/>
            <a:chExt cx="4568717" cy="224300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C012A9E-82CB-2131-A251-48868C8EF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2209340"/>
              <a:ext cx="2243002" cy="189506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00FED4F-7CA4-E1E2-4EE5-8A370BABC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68021" y="2035369"/>
              <a:ext cx="2683596" cy="2241355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8402331" y="938589"/>
            <a:ext cx="2516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BCB4992-A854-50D2-0597-925AFA91D501}"/>
              </a:ext>
            </a:extLst>
          </p:cNvPr>
          <p:cNvGrpSpPr/>
          <p:nvPr/>
        </p:nvGrpSpPr>
        <p:grpSpPr>
          <a:xfrm>
            <a:off x="3456989" y="3838575"/>
            <a:ext cx="4763086" cy="3019425"/>
            <a:chOff x="2374321" y="4472205"/>
            <a:chExt cx="4562417" cy="22446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5251753-1FC5-E322-6D64-8C0D9885B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4321" y="4472205"/>
              <a:ext cx="2721554" cy="2244509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1A9BBBF0-7385-7534-391D-655A4EB6B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4647824"/>
              <a:ext cx="2243002" cy="1895062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07911" y="2909786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795225" y="1761973"/>
            <a:ext cx="1127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314019"/>
            <a:ext cx="1887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69" y="4869160"/>
            <a:ext cx="2564914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883" y="1851789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7416824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3A450EB-4B72-5B57-CA6B-890A22B1A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36E39909-7DFD-09F1-3547-A6E5059E381B}"/>
              </a:ext>
            </a:extLst>
          </p:cNvPr>
          <p:cNvSpPr/>
          <p:nvPr/>
        </p:nvSpPr>
        <p:spPr>
          <a:xfrm>
            <a:off x="1413892" y="1617684"/>
            <a:ext cx="9361040" cy="94722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1413892" y="2564904"/>
            <a:ext cx="9361040" cy="3829876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blipFill>
                  <a:blip r:embed="rId5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B27ED658-D512-B508-1758-40CC52285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837" y="1556792"/>
            <a:ext cx="3743847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468" y="1678268"/>
            <a:ext cx="5363889" cy="460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79" y="908720"/>
            <a:ext cx="1162387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40mm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836" y="1704469"/>
            <a:ext cx="5392706" cy="457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467" y="1820143"/>
            <a:ext cx="5303697" cy="450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484" y="1815326"/>
            <a:ext cx="5218067" cy="4468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((Flipper Length)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67" y="1700808"/>
            <a:ext cx="5303696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1772816"/>
            <a:ext cx="10814847" cy="442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228" y="2318650"/>
            <a:ext cx="1943021" cy="14942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468" y="2311708"/>
            <a:ext cx="2197140" cy="149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60851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986,484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60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60306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429000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04864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797152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787459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494581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080337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373216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573640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645024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10605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20888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296361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13176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577701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48457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556792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14908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10091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556792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25658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841225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10091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83904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556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1778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130786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843789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12776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245798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96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1954</TotalTime>
  <Words>4219</Words>
  <Application>Microsoft Office PowerPoint</Application>
  <PresentationFormat>사용자 지정</PresentationFormat>
  <Paragraphs>601</Paragraphs>
  <Slides>66</Slides>
  <Notes>64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81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90</cp:revision>
  <dcterms:created xsi:type="dcterms:W3CDTF">2024-06-03T06:10:16Z</dcterms:created>
  <dcterms:modified xsi:type="dcterms:W3CDTF">2026-04-02T02:26:34Z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