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256" r:id="rId5"/>
    <p:sldId id="270" r:id="rId6"/>
    <p:sldId id="271" r:id="rId7"/>
    <p:sldId id="273" r:id="rId8"/>
    <p:sldId id="275" r:id="rId9"/>
    <p:sldId id="272" r:id="rId10"/>
    <p:sldId id="276" r:id="rId11"/>
    <p:sldId id="299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88" r:id="rId23"/>
    <p:sldId id="287" r:id="rId24"/>
    <p:sldId id="289" r:id="rId25"/>
    <p:sldId id="290" r:id="rId26"/>
    <p:sldId id="291" r:id="rId27"/>
    <p:sldId id="292" r:id="rId28"/>
    <p:sldId id="293" r:id="rId29"/>
    <p:sldId id="300" r:id="rId30"/>
    <p:sldId id="302" r:id="rId31"/>
    <p:sldId id="301" r:id="rId32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101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2026-02-28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2026-02-28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9817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2026-02-28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2026-02-28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2026-02-28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1340768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765820" y="1772816"/>
            <a:ext cx="11017224" cy="12254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카드의 종류 등은 수자가 양의 정수로 연속되지 않고 이산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)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 등은 연속된 관측하지 못하는 연속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2494012" y="764704"/>
            <a:ext cx="70068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https://www.youtube.com/shorts/6qxA9JDLSpw?feature=share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164" y="1480432"/>
            <a:ext cx="3820058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3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476672"/>
            <a:ext cx="9782709" cy="564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1484784"/>
            <a:ext cx="9232796" cy="479342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692696"/>
            <a:ext cx="110892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b="1" dirty="0"/>
              <a:t>주사위 개수가 증가함에 따라 합의 분포</a:t>
            </a:r>
            <a:r>
              <a:rPr lang="en-US" altLang="ko-KR" b="1" dirty="0"/>
              <a:t>(1000 trials/dice)</a:t>
            </a:r>
            <a:r>
              <a:rPr lang="ko-KR" altLang="en-US" b="1" dirty="0"/>
              <a:t>가 점점 정규분포에 가까워지는 것</a:t>
            </a:r>
            <a:r>
              <a:rPr lang="en-US" altLang="ko-KR" b="1" dirty="0"/>
              <a:t>(</a:t>
            </a:r>
            <a:r>
              <a:rPr lang="ko-KR" altLang="en-US" b="1" dirty="0"/>
              <a:t>중심극한정리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지구의 나이는 </a:t>
            </a:r>
            <a:r>
              <a:rPr lang="ko-KR" altLang="en-US" sz="2000" dirty="0"/>
              <a:t>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45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천만년 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내일 해가 뜰 확률을 구하라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579</TotalTime>
  <Words>787</Words>
  <Application>Microsoft Office PowerPoint</Application>
  <PresentationFormat>사용자 지정</PresentationFormat>
  <Paragraphs>181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8" baseType="lpstr">
      <vt:lpstr>-apple-system</vt:lpstr>
      <vt:lpstr>맑은 고딕</vt:lpstr>
      <vt:lpstr>휴먼모음T</vt:lpstr>
      <vt:lpstr>Arial</vt:lpstr>
      <vt:lpstr>Arial Narrow</vt:lpstr>
      <vt:lpstr>Corbel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44</cp:revision>
  <dcterms:created xsi:type="dcterms:W3CDTF">2024-06-03T06:10:16Z</dcterms:created>
  <dcterms:modified xsi:type="dcterms:W3CDTF">2026-02-28T06:59:01Z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