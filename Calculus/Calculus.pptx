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4"/>
  </p:notesMasterIdLst>
  <p:sldIdLst>
    <p:sldId id="256" r:id="rId2"/>
    <p:sldId id="274" r:id="rId3"/>
    <p:sldId id="257" r:id="rId4"/>
    <p:sldId id="313" r:id="rId5"/>
    <p:sldId id="314" r:id="rId6"/>
    <p:sldId id="315" r:id="rId7"/>
    <p:sldId id="316" r:id="rId8"/>
    <p:sldId id="303" r:id="rId9"/>
    <p:sldId id="260" r:id="rId10"/>
    <p:sldId id="265" r:id="rId11"/>
    <p:sldId id="304" r:id="rId12"/>
    <p:sldId id="259" r:id="rId13"/>
    <p:sldId id="318" r:id="rId14"/>
    <p:sldId id="317" r:id="rId15"/>
    <p:sldId id="319" r:id="rId16"/>
    <p:sldId id="268" r:id="rId17"/>
    <p:sldId id="284" r:id="rId18"/>
    <p:sldId id="287" r:id="rId19"/>
    <p:sldId id="286" r:id="rId20"/>
    <p:sldId id="266" r:id="rId21"/>
    <p:sldId id="288" r:id="rId22"/>
    <p:sldId id="305" r:id="rId23"/>
    <p:sldId id="267" r:id="rId24"/>
    <p:sldId id="285" r:id="rId25"/>
    <p:sldId id="272" r:id="rId26"/>
    <p:sldId id="273" r:id="rId27"/>
    <p:sldId id="306" r:id="rId28"/>
    <p:sldId id="269" r:id="rId29"/>
    <p:sldId id="308" r:id="rId30"/>
    <p:sldId id="320" r:id="rId31"/>
    <p:sldId id="310" r:id="rId32"/>
    <p:sldId id="311" r:id="rId33"/>
    <p:sldId id="312" r:id="rId34"/>
    <p:sldId id="289" r:id="rId35"/>
    <p:sldId id="290" r:id="rId36"/>
    <p:sldId id="321" r:id="rId37"/>
    <p:sldId id="322" r:id="rId38"/>
    <p:sldId id="323" r:id="rId39"/>
    <p:sldId id="324" r:id="rId40"/>
    <p:sldId id="291" r:id="rId41"/>
    <p:sldId id="307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1" r:id="rId50"/>
    <p:sldId id="299" r:id="rId51"/>
    <p:sldId id="300" r:id="rId52"/>
    <p:sldId id="302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2038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1362075"/>
          </a:xfrm>
        </p:spPr>
        <p:txBody>
          <a:bodyPr/>
          <a:lstStyle/>
          <a:p>
            <a:r>
              <a:rPr lang="en-US" altLang="ko-KR" dirty="0"/>
              <a:t>Calculus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998290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3600" cap="none" dirty="0">
                <a:solidFill>
                  <a:schemeClr val="tx1"/>
                </a:solidFill>
              </a:rPr>
              <a:t>Modeling and Simulation</a:t>
            </a:r>
            <a:endParaRPr lang="ko-KR" altLang="en-US" sz="2800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612030" y="1960065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5087-E41C-8A71-61A5-59FEBEB4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CF7855-8455-07D4-C58F-7C5B2F50ABD7}"/>
              </a:ext>
            </a:extLst>
          </p:cNvPr>
          <p:cNvSpPr/>
          <p:nvPr/>
        </p:nvSpPr>
        <p:spPr>
          <a:xfrm>
            <a:off x="612030" y="25029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F6958D-8AD6-474A-1C73-9EE71FFD6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4D6687-ED58-E061-9923-E03D9877F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4198032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28334-E2FC-87A5-CF77-A6D5B47D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733D36D-6C73-13E4-D21A-A5C972360EF5}"/>
              </a:ext>
            </a:extLst>
          </p:cNvPr>
          <p:cNvSpPr/>
          <p:nvPr/>
        </p:nvSpPr>
        <p:spPr>
          <a:xfrm>
            <a:off x="612030" y="301734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8E2A4A-71D6-CC5F-C373-2A06099573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6BBD99-7112-21BD-317B-9AD8FC6019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75770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B1AB-73E4-323F-DBA4-700600A0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0ACADF-2BFB-89EA-4CEA-83CC7F2A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5442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[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]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인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1C0D103-A023-ED17-E303-9AE7F145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29F212-C4C7-C099-E8CD-444A510C0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16A4D-C550-0674-1A0D-2D86DB3F17EB}"/>
              </a:ext>
            </a:extLst>
          </p:cNvPr>
          <p:cNvSpPr txBox="1"/>
          <p:nvPr/>
        </p:nvSpPr>
        <p:spPr>
          <a:xfrm>
            <a:off x="1080653" y="1954829"/>
            <a:ext cx="9337966" cy="427809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기호 및 변수 정의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sp.symbols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('t'); a = 2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2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v = integral(a) dt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v(t) = {v},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s(t) = {s}")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때의 값 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distance_at_5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5); velocity_at_5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속도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{velocity_at_5} m/s,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이동 거리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{distance_at_5} m")</a:t>
            </a:r>
          </a:p>
        </p:txBody>
      </p:sp>
    </p:spTree>
    <p:extLst>
      <p:ext uri="{BB962C8B-B14F-4D97-AF65-F5344CB8AC3E}">
        <p14:creationId xmlns:p14="http://schemas.microsoft.com/office/powerpoint/2010/main" val="1908256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CA38-A875-3AAA-1D00-9E61E21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2AF068-BBCB-0F90-B9B7-4F0223E86D25}"/>
              </a:ext>
            </a:extLst>
          </p:cNvPr>
          <p:cNvSpPr/>
          <p:nvPr/>
        </p:nvSpPr>
        <p:spPr>
          <a:xfrm>
            <a:off x="612030" y="35316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741A9EA-2BF6-82FF-85AC-A7C80B26E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C8E50BC-458E-2CE3-0B12-53AD2C83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15326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751CB-97F3-FAD4-8FC7-69F95AC3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D02CA89-5E6E-2293-60FD-38CF06B06C7E}"/>
              </a:ext>
            </a:extLst>
          </p:cNvPr>
          <p:cNvSpPr/>
          <p:nvPr/>
        </p:nvSpPr>
        <p:spPr>
          <a:xfrm>
            <a:off x="612030" y="4029076"/>
            <a:ext cx="10351245" cy="10287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4A26D1-8101-04B6-8195-B64141F75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31E5B7-B79B-60B2-A47D-177A73EC9B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180223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A55CF-E7EE-C827-C3D7-F2D302C8D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D0DE86-D4D4-A076-6A4D-505C27618FB5}"/>
              </a:ext>
            </a:extLst>
          </p:cNvPr>
          <p:cNvSpPr/>
          <p:nvPr/>
        </p:nvSpPr>
        <p:spPr>
          <a:xfrm>
            <a:off x="545355" y="504616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52B242-5FD6-A7D7-9560-6A8CC35E2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DB4CA3-450A-0BD3-7E70-27691F6642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991071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05232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지금이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원의 둘레가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(0.5, 0)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시작벡터로 부터 아주 작은 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(epsilon=0.00001)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이동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한 새로운 벡터와의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거리를 무수히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(100_000)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생성하여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누적거리를 구하는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적분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모의실험으로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math.sqrt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이외 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등 어떠한 공식도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608" y="1261578"/>
                <a:ext cx="10962783" cy="2386497"/>
              </a:xfrm>
              <a:blipFill>
                <a:blip r:embed="rId2"/>
                <a:stretch>
                  <a:fillRect l="-222" b="-2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그룹 18">
            <a:extLst>
              <a:ext uri="{FF2B5EF4-FFF2-40B4-BE49-F238E27FC236}">
                <a16:creationId xmlns:a16="http://schemas.microsoft.com/office/drawing/2014/main" id="{9B305A31-5173-2279-71D1-F9F6B726F6DD}"/>
              </a:ext>
            </a:extLst>
          </p:cNvPr>
          <p:cNvGrpSpPr/>
          <p:nvPr/>
        </p:nvGrpSpPr>
        <p:grpSpPr>
          <a:xfrm>
            <a:off x="6362700" y="4076700"/>
            <a:ext cx="1266825" cy="1266825"/>
            <a:chOff x="7572375" y="3219450"/>
            <a:chExt cx="1266825" cy="1266825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228ACC3-A399-78D4-2432-915B2FED579A}"/>
                </a:ext>
              </a:extLst>
            </p:cNvPr>
            <p:cNvSpPr/>
            <p:nvPr/>
          </p:nvSpPr>
          <p:spPr>
            <a:xfrm>
              <a:off x="7572375" y="3219450"/>
              <a:ext cx="1266825" cy="1266825"/>
            </a:xfrm>
            <a:prstGeom prst="ellips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88216AA-378D-6F6E-B560-C5B6363B914D}"/>
                </a:ext>
              </a:extLst>
            </p:cNvPr>
            <p:cNvCxnSpPr>
              <a:stCxn id="20" idx="0"/>
              <a:endCxn id="20" idx="4"/>
            </p:cNvCxnSpPr>
            <p:nvPr/>
          </p:nvCxnSpPr>
          <p:spPr>
            <a:xfrm>
              <a:off x="8205788" y="3219450"/>
              <a:ext cx="0" cy="12668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DB9DE03F-1A59-4090-FD2F-A81242760567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2800350" y="5343525"/>
            <a:ext cx="4195763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D82DF7-CD37-2AA8-7F58-C953C8210908}"/>
              </a:ext>
            </a:extLst>
          </p:cNvPr>
          <p:cNvSpPr txBox="1"/>
          <p:nvPr/>
        </p:nvSpPr>
        <p:spPr>
          <a:xfrm>
            <a:off x="3486150" y="5486400"/>
            <a:ext cx="3438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3.142857…… </a:t>
            </a:r>
            <a:r>
              <a:rPr lang="ko-KR" altLang="en-US" dirty="0" err="1"/>
              <a:t>무한소수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E66E0-CA29-4ED7-3384-E013D6DB6B2A}"/>
              </a:ext>
            </a:extLst>
          </p:cNvPr>
          <p:cNvSpPr txBox="1"/>
          <p:nvPr/>
        </p:nvSpPr>
        <p:spPr>
          <a:xfrm>
            <a:off x="7781925" y="4525446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지름 </a:t>
            </a:r>
            <a:r>
              <a:rPr lang="en-US" altLang="ko-KR" dirty="0"/>
              <a:t>=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C214-9933-926A-13AA-0354966F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7082A12-E8F3-58A3-ACF8-CED699B7F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B4DB0A-17C7-A23E-2C07-5A3B447A2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7242DE-AAA7-83AF-EDD0-651EF4E51900}"/>
              </a:ext>
            </a:extLst>
          </p:cNvPr>
          <p:cNvSpPr txBox="1"/>
          <p:nvPr/>
        </p:nvSpPr>
        <p:spPr>
          <a:xfrm>
            <a:off x="1009650" y="1235438"/>
            <a:ext cx="5638800" cy="5262979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math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epsilon = 0.000001</a:t>
            </a:r>
          </a:p>
          <a:p>
            <a:pPr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0; steps = 0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0.5  # (1,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</a:t>
            </a:r>
          </a:p>
          <a:p>
            <a:pPr>
              <a:buNone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while x &gt; 0.0: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max(x - epsilon, 0.0)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단위원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y = sqrt(1 - x²)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y1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x**2)    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y2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(0.5**2 -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**2)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두 점 사이의 거리</a:t>
            </a:r>
          </a:p>
          <a:p>
            <a:pPr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math.sqrt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x)**2 + (y2 - y1)**2)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steps += 1; 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x_next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총 단계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{steps:,}")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누적 거리 합계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{total_distance:.10f}")</a:t>
            </a: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원주율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total_distance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*4:.10f}")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6C5AAAD-1C32-4FE1-C2CC-B9A0966AE0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48450" y="1561854"/>
            <a:ext cx="4019550" cy="373429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B9F3531-27D9-88A2-80DE-10FDA2257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450" y="5821859"/>
            <a:ext cx="2217612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8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L2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거리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피타고라스 정리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원주율을 구하는 모의실험 코드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넓이는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np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55CAC146-9772-5312-EEF0-24A973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981" y="1186708"/>
                <a:ext cx="10876566" cy="131969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4738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4738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f”점의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3059</TotalTime>
  <Words>4316</Words>
  <Application>Microsoft Office PowerPoint</Application>
  <PresentationFormat>와이드스크린</PresentationFormat>
  <Paragraphs>587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61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Calculus</vt:lpstr>
      <vt:lpstr>Contents</vt:lpstr>
      <vt:lpstr>Modeling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Simulation</vt:lpstr>
      <vt:lpstr>Short-Cut algorithm</vt:lpstr>
      <vt:lpstr>Short-Cut algorithm</vt:lpstr>
      <vt:lpstr>Short-Cut algorithm</vt:lpstr>
      <vt:lpstr>Short-Cut algorithm</vt:lpstr>
      <vt:lpstr>Simulation</vt:lpstr>
      <vt:lpstr>Simulation</vt:lpstr>
      <vt:lpstr>Simulation</vt:lpstr>
      <vt:lpstr>Random walk simulation</vt:lpstr>
      <vt:lpstr>Random walk simulation</vt:lpstr>
      <vt:lpstr>Random walk simulation</vt:lpstr>
      <vt:lpstr>Bootstrap sampling</vt:lpstr>
      <vt:lpstr>Bootstrap sampling</vt:lpstr>
      <vt:lpstr>Bootstrap sampling</vt:lpstr>
      <vt:lpstr>Central Limit Theorm</vt:lpstr>
      <vt:lpstr>Prince Frog</vt:lpstr>
      <vt:lpstr>Monty Hall</vt:lpstr>
      <vt:lpstr>Genetic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18</cp:revision>
  <dcterms:created xsi:type="dcterms:W3CDTF">2026-04-11T22:24:40Z</dcterms:created>
  <dcterms:modified xsi:type="dcterms:W3CDTF">2026-05-12T06:11:56Z</dcterms:modified>
</cp:coreProperties>
</file>