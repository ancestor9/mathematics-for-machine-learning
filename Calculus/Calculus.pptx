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38"/>
  </p:notesMasterIdLst>
  <p:sldIdLst>
    <p:sldId id="256" r:id="rId2"/>
    <p:sldId id="274" r:id="rId3"/>
    <p:sldId id="257" r:id="rId4"/>
    <p:sldId id="303" r:id="rId5"/>
    <p:sldId id="260" r:id="rId6"/>
    <p:sldId id="265" r:id="rId7"/>
    <p:sldId id="304" r:id="rId8"/>
    <p:sldId id="259" r:id="rId9"/>
    <p:sldId id="268" r:id="rId10"/>
    <p:sldId id="284" r:id="rId11"/>
    <p:sldId id="287" r:id="rId12"/>
    <p:sldId id="286" r:id="rId13"/>
    <p:sldId id="266" r:id="rId14"/>
    <p:sldId id="288" r:id="rId15"/>
    <p:sldId id="305" r:id="rId16"/>
    <p:sldId id="267" r:id="rId17"/>
    <p:sldId id="285" r:id="rId18"/>
    <p:sldId id="272" r:id="rId19"/>
    <p:sldId id="273" r:id="rId20"/>
    <p:sldId id="306" r:id="rId21"/>
    <p:sldId id="269" r:id="rId22"/>
    <p:sldId id="289" r:id="rId23"/>
    <p:sldId id="290" r:id="rId24"/>
    <p:sldId id="291" r:id="rId25"/>
    <p:sldId id="307" r:id="rId26"/>
    <p:sldId id="292" r:id="rId27"/>
    <p:sldId id="293" r:id="rId28"/>
    <p:sldId id="294" r:id="rId29"/>
    <p:sldId id="295" r:id="rId30"/>
    <p:sldId id="296" r:id="rId31"/>
    <p:sldId id="297" r:id="rId32"/>
    <p:sldId id="298" r:id="rId33"/>
    <p:sldId id="301" r:id="rId34"/>
    <p:sldId id="299" r:id="rId35"/>
    <p:sldId id="300" r:id="rId36"/>
    <p:sldId id="302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1362075"/>
          </a:xfrm>
        </p:spPr>
        <p:txBody>
          <a:bodyPr/>
          <a:lstStyle/>
          <a:p>
            <a:r>
              <a:rPr lang="en-US" altLang="ko-KR" dirty="0"/>
              <a:t>Calculus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998290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/>
              <a:t>Modeling and simulation</a:t>
            </a:r>
            <a:endParaRPr lang="ko-KR" altLang="en-US" sz="2800" cap="none" dirty="0"/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612030" y="1960065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5087-E41C-8A71-61A5-59FEBEB4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CF7855-8455-07D4-C58F-7C5B2F50ABD7}"/>
              </a:ext>
            </a:extLst>
          </p:cNvPr>
          <p:cNvSpPr/>
          <p:nvPr/>
        </p:nvSpPr>
        <p:spPr>
          <a:xfrm>
            <a:off x="612030" y="25029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F6958D-8AD6-474A-1C73-9EE71FFD6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4D6687-ED58-E061-9923-E03D9877F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4198032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955642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 err="1"/>
              <a:t>sympy</a:t>
            </a:r>
            <a:r>
              <a:rPr lang="ko-KR" altLang="en-US" dirty="0"/>
              <a:t>는 </a:t>
            </a:r>
            <a:r>
              <a:rPr lang="ko-KR" altLang="en-US" dirty="0" err="1"/>
              <a:t>파이썬에서</a:t>
            </a:r>
            <a:r>
              <a:rPr lang="ko-KR" altLang="en-US" dirty="0"/>
              <a:t> 사용 가능한 대수</a:t>
            </a:r>
            <a:r>
              <a:rPr lang="en-US" altLang="ko-KR" dirty="0"/>
              <a:t>(algebra)</a:t>
            </a:r>
            <a:r>
              <a:rPr lang="ko-KR" altLang="en-US" dirty="0"/>
              <a:t> 계산 라이브러리로</a:t>
            </a:r>
            <a:r>
              <a:rPr lang="en-US" altLang="ko-KR" dirty="0"/>
              <a:t>, </a:t>
            </a:r>
            <a:r>
              <a:rPr lang="ko-KR" altLang="en-US" dirty="0"/>
              <a:t>기호 연산과 수학적 공식 표현을 지원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28334-E2FC-87A5-CF77-A6D5B47D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733D36D-6C73-13E4-D21A-A5C972360EF5}"/>
              </a:ext>
            </a:extLst>
          </p:cNvPr>
          <p:cNvSpPr/>
          <p:nvPr/>
        </p:nvSpPr>
        <p:spPr>
          <a:xfrm>
            <a:off x="612030" y="301734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8E2A4A-71D6-CC5F-C373-2A0609957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6BBD99-7112-21BD-317B-9AD8FC6019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75770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02B9442-5172-8A2C-4B61-7CAEF6300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이해하기 가장 좋은 물리적 모델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0ACADF-2BFB-89EA-4CEA-83CC7F2A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5442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[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]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인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16A4D-C550-0674-1A0D-2D86DB3F17EB}"/>
              </a:ext>
            </a:extLst>
          </p:cNvPr>
          <p:cNvSpPr txBox="1"/>
          <p:nvPr/>
        </p:nvSpPr>
        <p:spPr>
          <a:xfrm>
            <a:off x="1080653" y="1954829"/>
            <a:ext cx="9337966" cy="427809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기호 및 변수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sp.symbols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('t'); a = 2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v = integral(a) dt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v(t) = {v},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s(t) = {s}")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때의 값 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distance_at_5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5); velocity_at_5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속도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{velocity_at_5} m/s,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이동 거리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{distance_at_5} m")</a:t>
            </a:r>
          </a:p>
        </p:txBody>
      </p:sp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CA38-A875-3AAA-1D00-9E61E21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2AF068-BBCB-0F90-B9B7-4F0223E86D25}"/>
              </a:ext>
            </a:extLst>
          </p:cNvPr>
          <p:cNvSpPr/>
          <p:nvPr/>
        </p:nvSpPr>
        <p:spPr>
          <a:xfrm>
            <a:off x="612030" y="35316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741A9EA-2BF6-82FF-85AC-A7C80B26E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C8E50BC-458E-2CE3-0B12-53AD2C83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15326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751CB-97F3-FAD4-8FC7-69F95AC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D02CA89-5E6E-2293-60FD-38CF06B06C7E}"/>
              </a:ext>
            </a:extLst>
          </p:cNvPr>
          <p:cNvSpPr/>
          <p:nvPr/>
        </p:nvSpPr>
        <p:spPr>
          <a:xfrm>
            <a:off x="612030" y="4029076"/>
            <a:ext cx="10351245" cy="10287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4A26D1-8101-04B6-8195-B64141F7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31E5B7-B79B-60B2-A47D-177A73EC9B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80223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3034136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4316873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A55CF-E7EE-C827-C3D7-F2D302C8D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D0DE86-D4D4-A076-6A4D-505C27618FB5}"/>
              </a:ext>
            </a:extLst>
          </p:cNvPr>
          <p:cNvSpPr/>
          <p:nvPr/>
        </p:nvSpPr>
        <p:spPr>
          <a:xfrm>
            <a:off x="545355" y="504616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52B242-5FD6-A7D7-9560-6A8CC35E2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DB4CA3-450A-0BD3-7E70-27691F6642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991071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05232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2581</TotalTime>
  <Words>2650</Words>
  <Application>Microsoft Office PowerPoint</Application>
  <PresentationFormat>와이드스크린</PresentationFormat>
  <Paragraphs>301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5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Calculus</vt:lpstr>
      <vt:lpstr>Contents</vt:lpstr>
      <vt:lpstr>Modeling</vt:lpstr>
      <vt:lpstr>Contents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Simulation</vt:lpstr>
      <vt:lpstr>Simulation</vt:lpstr>
      <vt:lpstr>Simulation</vt:lpstr>
      <vt:lpstr>Simulation</vt:lpstr>
      <vt:lpstr>Random walk simulation</vt:lpstr>
      <vt:lpstr>Random walk simulation</vt:lpstr>
      <vt:lpstr>Random walk simulation</vt:lpstr>
      <vt:lpstr>Bootstrap sampling</vt:lpstr>
      <vt:lpstr>Bootstrap sampling</vt:lpstr>
      <vt:lpstr>Bootstrap sampling</vt:lpstr>
      <vt:lpstr>Central Limit Theorm</vt:lpstr>
      <vt:lpstr>Prince Frog</vt:lpstr>
      <vt:lpstr>Monty Hall</vt:lpstr>
      <vt:lpstr>Genetic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13</cp:revision>
  <dcterms:created xsi:type="dcterms:W3CDTF">2026-04-11T22:24:40Z</dcterms:created>
  <dcterms:modified xsi:type="dcterms:W3CDTF">2026-05-06T12:09:53Z</dcterms:modified>
</cp:coreProperties>
</file>