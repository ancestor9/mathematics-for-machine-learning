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4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43" r:id="rId14"/>
    <p:sldId id="259" r:id="rId15"/>
    <p:sldId id="318" r:id="rId16"/>
    <p:sldId id="359" r:id="rId17"/>
    <p:sldId id="360" r:id="rId18"/>
    <p:sldId id="361" r:id="rId19"/>
    <p:sldId id="317" r:id="rId20"/>
    <p:sldId id="319" r:id="rId21"/>
    <p:sldId id="284" r:id="rId22"/>
    <p:sldId id="287" r:id="rId23"/>
    <p:sldId id="286" r:id="rId24"/>
    <p:sldId id="266" r:id="rId25"/>
    <p:sldId id="288" r:id="rId26"/>
    <p:sldId id="344" r:id="rId27"/>
    <p:sldId id="267" r:id="rId28"/>
    <p:sldId id="285" r:id="rId29"/>
    <p:sldId id="272" r:id="rId30"/>
    <p:sldId id="273" r:id="rId31"/>
    <p:sldId id="345" r:id="rId32"/>
    <p:sldId id="269" r:id="rId33"/>
    <p:sldId id="346" r:id="rId34"/>
    <p:sldId id="308" r:id="rId35"/>
    <p:sldId id="320" r:id="rId36"/>
    <p:sldId id="310" r:id="rId37"/>
    <p:sldId id="311" r:id="rId38"/>
    <p:sldId id="312" r:id="rId39"/>
    <p:sldId id="347" r:id="rId40"/>
    <p:sldId id="321" r:id="rId41"/>
    <p:sldId id="322" r:id="rId42"/>
    <p:sldId id="323" r:id="rId43"/>
    <p:sldId id="324" r:id="rId44"/>
    <p:sldId id="348" r:id="rId45"/>
    <p:sldId id="335" r:id="rId46"/>
    <p:sldId id="336" r:id="rId47"/>
    <p:sldId id="337" r:id="rId48"/>
    <p:sldId id="338" r:id="rId49"/>
    <p:sldId id="349" r:id="rId50"/>
    <p:sldId id="340" r:id="rId51"/>
    <p:sldId id="339" r:id="rId52"/>
    <p:sldId id="341" r:id="rId53"/>
    <p:sldId id="350" r:id="rId54"/>
    <p:sldId id="291" r:id="rId55"/>
    <p:sldId id="307" r:id="rId56"/>
    <p:sldId id="292" r:id="rId57"/>
    <p:sldId id="351" r:id="rId58"/>
    <p:sldId id="293" r:id="rId59"/>
    <p:sldId id="294" r:id="rId60"/>
    <p:sldId id="295" r:id="rId61"/>
    <p:sldId id="352" r:id="rId62"/>
    <p:sldId id="296" r:id="rId63"/>
    <p:sldId id="297" r:id="rId64"/>
    <p:sldId id="298" r:id="rId65"/>
    <p:sldId id="353" r:id="rId66"/>
    <p:sldId id="301" r:id="rId67"/>
    <p:sldId id="354" r:id="rId68"/>
    <p:sldId id="299" r:id="rId69"/>
    <p:sldId id="355" r:id="rId70"/>
    <p:sldId id="300" r:id="rId71"/>
    <p:sldId id="356" r:id="rId72"/>
    <p:sldId id="302" r:id="rId73"/>
    <p:sldId id="357" r:id="rId74"/>
    <p:sldId id="325" r:id="rId75"/>
    <p:sldId id="326" r:id="rId76"/>
    <p:sldId id="327" r:id="rId77"/>
    <p:sldId id="328" r:id="rId78"/>
    <p:sldId id="329" r:id="rId79"/>
    <p:sldId id="330" r:id="rId80"/>
    <p:sldId id="334" r:id="rId81"/>
    <p:sldId id="331" r:id="rId82"/>
    <p:sldId id="332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-35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2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microsoft.com/office/2007/relationships/hdphoto" Target="../media/hdphoto2.wdp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3" Type="http://schemas.openxmlformats.org/officeDocument/2006/relationships/image" Target="../media/image620.png"/><Relationship Id="rId7" Type="http://schemas.microsoft.com/office/2007/relationships/hdphoto" Target="../media/hdphoto4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680.png"/><Relationship Id="rId5" Type="http://schemas.microsoft.com/office/2007/relationships/hdphoto" Target="../media/hdphoto3.wdp"/><Relationship Id="rId10" Type="http://schemas.openxmlformats.org/officeDocument/2006/relationships/image" Target="../media/image670.png"/><Relationship Id="rId4" Type="http://schemas.openxmlformats.org/officeDocument/2006/relationships/image" Target="../media/image78.png"/><Relationship Id="rId9" Type="http://schemas.openxmlformats.org/officeDocument/2006/relationships/image" Target="../media/image66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dirty="0"/>
              <a:t>Modeling &amp; Simulation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66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F5C5-515A-B7D3-2E61-F532DDB5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EC4F21-E175-78E6-E22E-8E0D0245E558}"/>
              </a:ext>
            </a:extLst>
          </p:cNvPr>
          <p:cNvSpPr/>
          <p:nvPr/>
        </p:nvSpPr>
        <p:spPr>
          <a:xfrm>
            <a:off x="6675438" y="47675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3944A5-7027-1BCD-C48D-B09E9974E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157A25-6F5B-1ED8-4901-B599F20A7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DEBB20-B4CC-5E76-4798-8AABCA78BD1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5367309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B95C-663F-55A3-2C59-BB57214F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CB2A46-7281-C175-6EB6-C6A33407C013}"/>
              </a:ext>
            </a:extLst>
          </p:cNvPr>
          <p:cNvSpPr/>
          <p:nvPr/>
        </p:nvSpPr>
        <p:spPr>
          <a:xfrm>
            <a:off x="6675438" y="53104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B83DF6-0F13-A6BD-2276-61C6896FA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6031069-D79B-DC13-96CD-B14397EA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508433-FC9D-459F-20CD-CAC1421288F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9099620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1843-0320-9E01-A949-B9D36E0E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B51BC5E-1A6E-1357-814F-94F490713DA3}"/>
              </a:ext>
            </a:extLst>
          </p:cNvPr>
          <p:cNvSpPr/>
          <p:nvPr/>
        </p:nvSpPr>
        <p:spPr>
          <a:xfrm>
            <a:off x="6675438" y="58629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6CFD27-BD7D-CF71-6FEA-6E881F54D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BBCCE8-7E4F-D075-A615-A08547638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40AE8-F812-175A-98CA-BA4F82011F5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389352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53D-C500-5F1D-7DFF-6810FE09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915BB03-0ACC-F981-4BCD-AB72175E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3EE4ECF-F522-E598-8198-62166279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3BFE282-10B7-3563-1EAE-190C2973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40988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19917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07E6-0097-53F1-CF57-CE83DD4F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DAAAD77-063D-96F0-BB80-C0675F45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8C4E1BA-B6E4-E7CE-F181-F9A168C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FB737C-8207-A095-80A7-945984DC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7F876-EDC2-C2AF-3A20-8AEBD33F6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2754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E106E1-3309-58F0-CD71-036E1EAE6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440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31F4-3629-1A16-B98B-58ACE0810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0ED49C8-B5F8-591F-577B-FDB854C5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CACF84-D19C-8F63-2D7B-5FCAF555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3810B7BD-B816-1B3E-64B3-B86C9C7EE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5766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4C972-7F47-0F03-CA39-23900549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C50CE5F-703B-628B-E278-C73CF443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1204269-D9CC-2292-140C-7F7FF6FE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DC6FCB2-F7C1-D37F-A9DD-7D713B2C5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6A5471-1D29-1F73-8FD7-C24096714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60B01F-E4BD-E2D1-75B0-48F2EEE16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71ABFD-946E-D12D-4E2E-CD43619BD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083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09BF-2EFA-5CFC-1E67-010A6051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4C2746F-56DA-F8D8-9041-05E04FA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AC6E2DD-E529-FB78-B038-B1FED6A2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78</a:t>
            </a:fld>
            <a:endParaRPr lang="en-US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785C4201-B3BA-4E6E-7C3B-F16863AB2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12A4A-92A5-9BA1-C4A8-200B7C4CA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5397D-E731-72CE-E943-A7168541C1AD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1AAC54-8BFB-E2C4-CCC4-3568C30B8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2546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03BA3-84EC-7D4E-9E83-258732FC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36E194C-CF84-05F2-829A-D5469A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13E83F1-FF0D-A1E4-E03B-195B69B0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0803C31-F401-2986-B0C3-AB38050D8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9914541" cy="19976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/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/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DBFDED1-B5CB-0038-345F-FCB775FCE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739833"/>
            <a:ext cx="1737511" cy="6629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D45B05-3F32-1279-AADB-08759DB75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51844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/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/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/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/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0D9C063-5369-C69C-E0B4-1274029A98F3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1107440" y="4099536"/>
            <a:ext cx="16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3DB4534-49B1-6F64-BF85-5067A640AB67}"/>
              </a:ext>
            </a:extLst>
          </p:cNvPr>
          <p:cNvSpPr txBox="1"/>
          <p:nvPr/>
        </p:nvSpPr>
        <p:spPr>
          <a:xfrm>
            <a:off x="1538530" y="36696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A198041-6AC5-383B-4234-34E6192E933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1430021" y="5440241"/>
            <a:ext cx="13117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93524F-66A7-C4A9-9346-A4BA2CF046F1}"/>
              </a:ext>
            </a:extLst>
          </p:cNvPr>
          <p:cNvSpPr txBox="1"/>
          <p:nvPr/>
        </p:nvSpPr>
        <p:spPr>
          <a:xfrm>
            <a:off x="1619810" y="49648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8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9" grpId="0"/>
      <p:bldP spid="10" grpId="0"/>
      <p:bldP spid="11" grpId="0"/>
      <p:bldP spid="12" grpId="0"/>
      <p:bldP spid="14" grpId="0"/>
      <p:bldP spid="1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60FD-E99D-D988-2B0E-5229AE05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9DD9F4E-0D7D-776B-7505-4C818F90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3DB7B7C-2481-58D4-8C51-AE9453CA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C3E6F98-F6E9-2CB8-A4A8-C95382A9B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75798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CBC3E-0DFD-90E3-AB55-0B8DDACFF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188" y="2871439"/>
            <a:ext cx="6333142" cy="343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E0D2AA-2F8E-3F86-EDCA-19510A4FC9A9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B866B-E6FD-215D-D54D-20A7387A1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2134" y="2871439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9484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AEA5-9006-EB24-FDDB-0055E87B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749A40-9BBB-899D-59C0-D2DF0EE6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24ADDE5-34BE-329C-8078-7E458126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81</a:t>
            </a:fld>
            <a:endParaRPr lang="en-US" dirty="0"/>
          </a:p>
        </p:txBody>
      </p:sp>
      <p:pic>
        <p:nvPicPr>
          <p:cNvPr id="19" name="Picture 3">
            <a:extLst>
              <a:ext uri="{FF2B5EF4-FFF2-40B4-BE49-F238E27FC236}">
                <a16:creationId xmlns:a16="http://schemas.microsoft.com/office/drawing/2014/main" id="{1DA27186-1ACA-6302-0BC0-54B76F14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24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20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20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2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  <a:blipFill>
                <a:blip r:embed="rId3"/>
                <a:stretch>
                  <a:fillRect l="-224" r="-1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1536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A68-25FD-5A44-8B75-29A9B139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FC0E191-BBE0-B8E7-2D67-C4E4F013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8A9F04-3CDC-9615-1CAC-5C9FB352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A7A6C9A-3EE0-44FB-5485-99F3AF260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6988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5015587-3BF1-D836-871E-92509A13F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B58511-27CA-A866-3E0E-10B0F9012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7884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3189</TotalTime>
  <Words>5872</Words>
  <Application>Microsoft Office PowerPoint</Application>
  <PresentationFormat>와이드스크린</PresentationFormat>
  <Paragraphs>983</Paragraphs>
  <Slides>82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82</vt:i4>
      </vt:variant>
    </vt:vector>
  </HeadingPairs>
  <TitlesOfParts>
    <vt:vector size="92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Contents</vt:lpstr>
      <vt:lpstr>Transportation Problems</vt:lpstr>
      <vt:lpstr>Transportation Problems</vt:lpstr>
      <vt:lpstr>Transportation Problems</vt:lpstr>
      <vt:lpstr>Contents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Prince Frog</vt:lpstr>
      <vt:lpstr>Contents</vt:lpstr>
      <vt:lpstr>Monty Hall</vt:lpstr>
      <vt:lpstr>Contents</vt:lpstr>
      <vt:lpstr>Genetic algorithm</vt:lpstr>
      <vt:lpstr>Contents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24</cp:revision>
  <dcterms:created xsi:type="dcterms:W3CDTF">2026-04-11T22:24:40Z</dcterms:created>
  <dcterms:modified xsi:type="dcterms:W3CDTF">2026-05-14T01:28:26Z</dcterms:modified>
</cp:coreProperties>
</file>