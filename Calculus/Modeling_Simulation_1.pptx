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1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58" r:id="rId13"/>
    <p:sldId id="379" r:id="rId14"/>
    <p:sldId id="343" r:id="rId15"/>
    <p:sldId id="259" r:id="rId16"/>
    <p:sldId id="318" r:id="rId17"/>
    <p:sldId id="359" r:id="rId18"/>
    <p:sldId id="360" r:id="rId19"/>
    <p:sldId id="361" r:id="rId20"/>
    <p:sldId id="317" r:id="rId21"/>
    <p:sldId id="319" r:id="rId22"/>
    <p:sldId id="284" r:id="rId23"/>
    <p:sldId id="287" r:id="rId24"/>
    <p:sldId id="286" r:id="rId25"/>
    <p:sldId id="266" r:id="rId26"/>
    <p:sldId id="288" r:id="rId27"/>
    <p:sldId id="344" r:id="rId28"/>
    <p:sldId id="267" r:id="rId29"/>
    <p:sldId id="285" r:id="rId30"/>
    <p:sldId id="272" r:id="rId31"/>
    <p:sldId id="273" r:id="rId32"/>
    <p:sldId id="345" r:id="rId33"/>
    <p:sldId id="269" r:id="rId34"/>
    <p:sldId id="346" r:id="rId35"/>
    <p:sldId id="308" r:id="rId36"/>
    <p:sldId id="320" r:id="rId37"/>
    <p:sldId id="310" r:id="rId38"/>
    <p:sldId id="311" r:id="rId39"/>
    <p:sldId id="312" r:id="rId40"/>
    <p:sldId id="347" r:id="rId41"/>
    <p:sldId id="321" r:id="rId42"/>
    <p:sldId id="322" r:id="rId43"/>
    <p:sldId id="323" r:id="rId44"/>
    <p:sldId id="324" r:id="rId45"/>
    <p:sldId id="348" r:id="rId46"/>
    <p:sldId id="335" r:id="rId47"/>
    <p:sldId id="336" r:id="rId48"/>
    <p:sldId id="337" r:id="rId49"/>
    <p:sldId id="338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2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gi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48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66970D9-857C-92F0-1624-1E05E5215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8444" y="2628287"/>
            <a:ext cx="3590926" cy="3418561"/>
          </a:xfrm>
          <a:prstGeom prst="rect">
            <a:avLst/>
          </a:prstGeom>
        </p:spPr>
      </p:pic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012E2A5C-B7F7-E780-9A16-A12FFD94EF3A}"/>
              </a:ext>
            </a:extLst>
          </p:cNvPr>
          <p:cNvSpPr/>
          <p:nvPr/>
        </p:nvSpPr>
        <p:spPr>
          <a:xfrm rot="10800000">
            <a:off x="1282619" y="3171291"/>
            <a:ext cx="914400" cy="691820"/>
          </a:xfrm>
          <a:prstGeom prst="triangl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이등변 삼각형 16">
            <a:extLst>
              <a:ext uri="{FF2B5EF4-FFF2-40B4-BE49-F238E27FC236}">
                <a16:creationId xmlns:a16="http://schemas.microsoft.com/office/drawing/2014/main" id="{E51B1900-13D2-F7A2-C1F6-7FDE07AD0377}"/>
              </a:ext>
            </a:extLst>
          </p:cNvPr>
          <p:cNvSpPr/>
          <p:nvPr/>
        </p:nvSpPr>
        <p:spPr>
          <a:xfrm>
            <a:off x="2944729" y="4561941"/>
            <a:ext cx="914400" cy="691820"/>
          </a:xfrm>
          <a:prstGeom prst="triangl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289895E-86ED-62DF-6A92-6F97D35A61A2}"/>
              </a:ext>
            </a:extLst>
          </p:cNvPr>
          <p:cNvSpPr/>
          <p:nvPr/>
        </p:nvSpPr>
        <p:spPr>
          <a:xfrm>
            <a:off x="1058781" y="3545776"/>
            <a:ext cx="2905125" cy="132397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95266" y="2607240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66" y="2607240"/>
                <a:ext cx="2003506" cy="369332"/>
              </a:xfrm>
              <a:prstGeom prst="rect">
                <a:avLst/>
              </a:prstGeom>
              <a:blipFill>
                <a:blip r:embed="rId5"/>
                <a:stretch>
                  <a:fillRect l="-2432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610728" y="5448480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728" y="5448480"/>
                <a:ext cx="1727660" cy="369332"/>
              </a:xfrm>
              <a:prstGeom prst="rect">
                <a:avLst/>
              </a:prstGeom>
              <a:blipFill>
                <a:blip r:embed="rId6"/>
                <a:stretch>
                  <a:fillRect l="-2817" t="-10000" r="-2465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154031" y="3921690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4031" y="3921690"/>
                <a:ext cx="2800348" cy="646331"/>
              </a:xfrm>
              <a:prstGeom prst="rect">
                <a:avLst/>
              </a:prstGeom>
              <a:blipFill>
                <a:blip r:embed="rId7"/>
                <a:stretch>
                  <a:fillRect l="-1739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4187744" y="3441001"/>
                <a:ext cx="3146009" cy="12861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altLang="ko-KR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altLang="ko-KR" dirty="0"/>
              </a:p>
              <a:p>
                <a:pPr>
                  <a:lnSpc>
                    <a:spcPct val="150000"/>
                  </a:lnSpc>
                </a:pPr>
                <a:r>
                  <a:rPr lang="en-US" altLang="ko-KR" dirty="0"/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dirty="0"/>
                  <a:t>= The sensitivity to change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7744" y="3441001"/>
                <a:ext cx="3146009" cy="1286186"/>
              </a:xfrm>
              <a:prstGeom prst="rect">
                <a:avLst/>
              </a:prstGeom>
              <a:blipFill>
                <a:blip r:embed="rId8"/>
                <a:stretch>
                  <a:fillRect l="-1744" b="-6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506" y="3107695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79507" y="4097028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C140-19C1-FF60-32D3-115F3E66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54E0AC5-D3C1-B8B7-69EF-35F0F5F46456}"/>
              </a:ext>
            </a:extLst>
          </p:cNvPr>
          <p:cNvSpPr/>
          <p:nvPr/>
        </p:nvSpPr>
        <p:spPr>
          <a:xfrm>
            <a:off x="1104901" y="31084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B2C369-3EAE-1018-CAB6-CC74CB2A6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2C8B3D-33E6-708C-8387-2690255B2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6185B-8542-FE99-5671-8DA2CA03F1E6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23127431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B11-9DC9-C05E-223E-124C8342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DB16239-B20F-BC48-736D-3082EA50148A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B2BD48F-2F5A-4C41-BA71-11FED4C9D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377D60-D9A5-B173-E154-8880F0E3D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7297F7-CF55-46BF-2B72-8695AB5D8006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26811152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8BCF9-2DD5-4402-26A1-C70FD99A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D22EADE-B559-C35F-4511-5DFDCC9B3E05}"/>
              </a:ext>
            </a:extLst>
          </p:cNvPr>
          <p:cNvSpPr/>
          <p:nvPr/>
        </p:nvSpPr>
        <p:spPr>
          <a:xfrm>
            <a:off x="1104901" y="4165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9DA16A-B7E6-69AB-D30B-E53C7395F4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15CF079-75FE-E617-58C5-C2A52AF049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31E5-EF4D-BDEC-96E8-D2D77C485533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036575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534544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EF45-0E44-8A4B-3A79-11F316489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A7EFDDB-AC97-FC35-30F4-DF70038DB895}"/>
              </a:ext>
            </a:extLst>
          </p:cNvPr>
          <p:cNvSpPr/>
          <p:nvPr/>
        </p:nvSpPr>
        <p:spPr>
          <a:xfrm>
            <a:off x="1104901" y="47181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CBFCC7-7159-7F0E-D7F2-FF26123BBE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E5F6AC-401D-8053-31BC-31592DA0F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77E61E-8B1A-CCCC-9AF8-A7075EBF4415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2092730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E16DE-16B8-5D03-3DCF-10B842B94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1B44F31-6A3C-4AA4-9525-B7425A2505C9}"/>
              </a:ext>
            </a:extLst>
          </p:cNvPr>
          <p:cNvSpPr/>
          <p:nvPr/>
        </p:nvSpPr>
        <p:spPr>
          <a:xfrm>
            <a:off x="1104901" y="52610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1AFA23-AF0B-3263-B529-4ABD6DD3C7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D58A28-2844-CBB4-61EF-CA14388AAE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315CD-1D90-3AF7-99C4-58606224AE29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8685867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3702</TotalTime>
  <Words>3701</Words>
  <Application>Microsoft Office PowerPoint</Application>
  <PresentationFormat>와이드스크린</PresentationFormat>
  <Paragraphs>611</Paragraphs>
  <Slides>49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58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python sympy</vt:lpstr>
      <vt:lpstr>Derivative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45</cp:revision>
  <dcterms:created xsi:type="dcterms:W3CDTF">2026-04-11T22:24:40Z</dcterms:created>
  <dcterms:modified xsi:type="dcterms:W3CDTF">2026-05-27T03:24:29Z</dcterms:modified>
</cp:coreProperties>
</file>