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3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10" r:id="rId40"/>
    <p:sldId id="311" r:id="rId41"/>
    <p:sldId id="312" r:id="rId42"/>
    <p:sldId id="385" r:id="rId43"/>
    <p:sldId id="321" r:id="rId44"/>
    <p:sldId id="322" r:id="rId45"/>
    <p:sldId id="323" r:id="rId46"/>
    <p:sldId id="324" r:id="rId47"/>
    <p:sldId id="386" r:id="rId48"/>
    <p:sldId id="335" r:id="rId49"/>
    <p:sldId id="336" r:id="rId50"/>
    <p:sldId id="337" r:id="rId51"/>
    <p:sldId id="338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06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6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3924</TotalTime>
  <Words>3835</Words>
  <Application>Microsoft Office PowerPoint</Application>
  <PresentationFormat>와이드스크린</PresentationFormat>
  <Paragraphs>640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0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50</cp:revision>
  <dcterms:created xsi:type="dcterms:W3CDTF">2026-04-11T22:24:40Z</dcterms:created>
  <dcterms:modified xsi:type="dcterms:W3CDTF">2026-05-28T03:57:41Z</dcterms:modified>
</cp:coreProperties>
</file>