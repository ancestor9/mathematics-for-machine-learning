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9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87" r:id="rId40"/>
    <p:sldId id="310" r:id="rId41"/>
    <p:sldId id="388" r:id="rId42"/>
    <p:sldId id="389" r:id="rId43"/>
    <p:sldId id="390" r:id="rId44"/>
    <p:sldId id="391" r:id="rId45"/>
    <p:sldId id="392" r:id="rId46"/>
    <p:sldId id="311" r:id="rId47"/>
    <p:sldId id="312" r:id="rId48"/>
    <p:sldId id="385" r:id="rId49"/>
    <p:sldId id="321" r:id="rId50"/>
    <p:sldId id="322" r:id="rId51"/>
    <p:sldId id="323" r:id="rId52"/>
    <p:sldId id="324" r:id="rId53"/>
    <p:sldId id="386" r:id="rId54"/>
    <p:sldId id="335" r:id="rId55"/>
    <p:sldId id="336" r:id="rId56"/>
    <p:sldId id="337" r:id="rId57"/>
    <p:sldId id="338" r:id="rId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25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67.png"/><Relationship Id="rId7" Type="http://schemas.openxmlformats.org/officeDocument/2006/relationships/image" Target="../media/image60.png"/><Relationship Id="rId2" Type="http://schemas.openxmlformats.org/officeDocument/2006/relationships/hyperlink" Target="https://en.wikipedia.org/wiki/Linear_regress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8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05935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26720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561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형태와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대해 토론하라</a:t>
                </a:r>
                <a:endParaRPr lang="en-US" altLang="ko-KR" sz="20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wiki/</a:t>
                </a:r>
                <a:r>
                  <a:rPr lang="en-US" altLang="ko-KR" sz="2000" dirty="0" err="1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Linear_regression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 행렬식의 회귀식에 대해 토론하라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56159"/>
              </a:xfrm>
              <a:prstGeom prst="rect">
                <a:avLst/>
              </a:prstGeom>
              <a:blipFill>
                <a:blip r:embed="rId3"/>
                <a:stretch>
                  <a:fillRect l="-505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600149" y="4061662"/>
            <a:ext cx="3146672" cy="8230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600149" y="4875355"/>
            <a:ext cx="3146672" cy="81248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600149" y="3274352"/>
            <a:ext cx="3146672" cy="8163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A2F34F9-2651-37FB-82B9-C89F916BA142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50235" y="3264014"/>
            <a:ext cx="1734074" cy="61013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14DC66D-E0CC-98ED-4445-E081D433543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50235" y="3874151"/>
            <a:ext cx="4924060" cy="61013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37CF39F-F592-1877-0217-14EEDEB277D2}"/>
              </a:ext>
            </a:extLst>
          </p:cNvPr>
          <p:cNvSpPr txBox="1"/>
          <p:nvPr/>
        </p:nvSpPr>
        <p:spPr>
          <a:xfrm>
            <a:off x="1123515" y="2723137"/>
            <a:ext cx="237152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(Model)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7105650" y="2723137"/>
            <a:ext cx="46918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  <p:cxnSp>
        <p:nvCxnSpPr>
          <p:cNvPr id="3" name="연결선: 꺾임 2">
            <a:extLst>
              <a:ext uri="{FF2B5EF4-FFF2-40B4-BE49-F238E27FC236}">
                <a16:creationId xmlns:a16="http://schemas.microsoft.com/office/drawing/2014/main" id="{0D98D96D-5A33-3C9B-40B6-38BD7F489B03}"/>
              </a:ext>
            </a:extLst>
          </p:cNvPr>
          <p:cNvCxnSpPr>
            <a:cxnSpLocks/>
            <a:stCxn id="13" idx="1"/>
            <a:endCxn id="16" idx="1"/>
          </p:cNvCxnSpPr>
          <p:nvPr/>
        </p:nvCxnSpPr>
        <p:spPr>
          <a:xfrm rot="10800000">
            <a:off x="1123515" y="2907803"/>
            <a:ext cx="426720" cy="661280"/>
          </a:xfrm>
          <a:prstGeom prst="bentConnector3">
            <a:avLst>
              <a:gd name="adj1" fmla="val 153571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D97C7C43-BE96-B8F4-12B6-B7F4CB9219E9}"/>
              </a:ext>
            </a:extLst>
          </p:cNvPr>
          <p:cNvCxnSpPr>
            <a:cxnSpLocks/>
            <a:stCxn id="12" idx="1"/>
            <a:endCxn id="17" idx="1"/>
          </p:cNvCxnSpPr>
          <p:nvPr/>
        </p:nvCxnSpPr>
        <p:spPr>
          <a:xfrm rot="10800000">
            <a:off x="7105651" y="2907804"/>
            <a:ext cx="494499" cy="774745"/>
          </a:xfrm>
          <a:prstGeom prst="bentConnector3">
            <a:avLst>
              <a:gd name="adj1" fmla="val 146229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3636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from </a:t>
            </a:r>
            <a:r>
              <a:rPr lang="en-US" altLang="ko-KR" dirty="0" err="1"/>
              <a:t>sklearn.linear_model</a:t>
            </a:r>
            <a:r>
              <a:rPr lang="en-US" altLang="ko-KR" dirty="0"/>
              <a:t> import </a:t>
            </a:r>
            <a:r>
              <a:rPr lang="en-US" altLang="ko-KR" dirty="0" err="1"/>
              <a:t>LinearRegression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import </a:t>
            </a:r>
            <a:r>
              <a:rPr lang="en-US" altLang="ko-KR" dirty="0" err="1"/>
              <a:t>statsmodels.api</a:t>
            </a:r>
            <a:r>
              <a:rPr lang="en-US" altLang="ko-KR" dirty="0"/>
              <a:t> as </a:t>
            </a:r>
            <a:r>
              <a:rPr lang="en-US" altLang="ko-KR" dirty="0" err="1"/>
              <a:t>sm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import</a:t>
            </a:r>
            <a:r>
              <a:rPr lang="ko-KR" altLang="en-US" dirty="0"/>
              <a:t> </a:t>
            </a:r>
            <a:r>
              <a:rPr lang="en-US" altLang="ko-KR" dirty="0" err="1"/>
              <a:t>numpy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Ridge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분산을 줄이는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34119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4057</TotalTime>
  <Words>4384</Words>
  <Application>Microsoft Office PowerPoint</Application>
  <PresentationFormat>와이드스크린</PresentationFormat>
  <Paragraphs>701</Paragraphs>
  <Slides>57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6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bias-variance tradeoff</vt:lpstr>
      <vt:lpstr>Optimization of Ridge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54</cp:revision>
  <dcterms:created xsi:type="dcterms:W3CDTF">2026-04-11T22:24:40Z</dcterms:created>
  <dcterms:modified xsi:type="dcterms:W3CDTF">2026-05-31T13:06:05Z</dcterms:modified>
</cp:coreProperties>
</file>