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8"/>
  </p:notesMasterIdLst>
  <p:handoutMasterIdLst>
    <p:handoutMasterId r:id="rId49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8" r:id="rId42"/>
    <p:sldId id="310" r:id="rId43"/>
    <p:sldId id="311" r:id="rId44"/>
    <p:sldId id="312" r:id="rId45"/>
    <p:sldId id="309" r:id="rId46"/>
    <p:sldId id="307" r:id="rId47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>
        <p:scale>
          <a:sx n="100" d="100"/>
          <a:sy n="100" d="100"/>
        </p:scale>
        <p:origin x="307" y="-317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165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2.png"/><Relationship Id="rId4" Type="http://schemas.openxmlformats.org/officeDocument/2006/relationships/hyperlink" Target="https://seaborn.pydata.org/examples/multiple_bivariate_kde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hyperlink" Target="https://informationisbeautiful.net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25" y="3540681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473342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352144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954" y="2490796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863589" y="6075145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177281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177281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1772816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1747292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379</TotalTime>
  <Words>863</Words>
  <Application>Microsoft Office PowerPoint</Application>
  <PresentationFormat>사용자 지정</PresentationFormat>
  <Paragraphs>193</Paragraphs>
  <Slides>43</Slides>
  <Notes>42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5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23</cp:revision>
  <dcterms:created xsi:type="dcterms:W3CDTF">2024-06-03T06:10:16Z</dcterms:created>
  <dcterms:modified xsi:type="dcterms:W3CDTF">2026-03-16T21:08:58Z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