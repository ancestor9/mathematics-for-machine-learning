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3"/>
  </p:notesMasterIdLst>
  <p:handoutMasterIdLst>
    <p:handoutMasterId r:id="rId44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7" r:id="rId42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67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883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8" y="2770753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2707071"/>
            <a:ext cx="48622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25" y="3540681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710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sz="2000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sz="2000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sz="2000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4809" y="2146182"/>
            <a:ext cx="8857288" cy="39471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산포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3" y="5472890"/>
            <a:ext cx="7318828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b="1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b="1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kurt</a:t>
            </a:r>
            <a:endParaRPr lang="en-US" altLang="ko-KR" sz="1400" b="1" dirty="0">
              <a:solidFill>
                <a:srgbClr val="FF00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b="1" dirty="0">
              <a:solidFill>
                <a:srgbClr val="FF00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① 로그 변환 </a:t>
            </a:r>
            <a:r>
              <a:rPr lang="en-US" altLang="ko-KR" sz="1400" dirty="0"/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② 루트 변환 </a:t>
            </a:r>
            <a:r>
              <a:rPr lang="en-US" altLang="ko-KR" sz="1400" dirty="0"/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③ 박스</a:t>
            </a:r>
            <a:r>
              <a:rPr lang="en-US" altLang="ko-KR" sz="1400" dirty="0"/>
              <a:t>-</a:t>
            </a:r>
            <a:r>
              <a:rPr lang="ko-KR" altLang="en-US" sz="1400" dirty="0" err="1"/>
              <a:t>콕스</a:t>
            </a:r>
            <a:r>
              <a:rPr lang="ko-KR" altLang="en-US" sz="1400" dirty="0"/>
              <a:t> 변환 </a:t>
            </a:r>
            <a:r>
              <a:rPr lang="en-US" altLang="ko-KR" sz="1400" dirty="0"/>
              <a:t>(Box-Cox Transformation)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/>
              <a:t>본격적인 모델링이나 가설 검정에 들어가기 전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데이터를 다각도로 관찰하여 데이터의 특징을 이해하는 과정</a:t>
            </a:r>
            <a:endParaRPr lang="en-US" altLang="ko-KR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/>
              <a:t>마치 요리를 하기 전 재료의 상태</a:t>
            </a:r>
            <a:r>
              <a:rPr lang="en-US" altLang="ko-KR" sz="1600" dirty="0"/>
              <a:t>(</a:t>
            </a:r>
            <a:r>
              <a:rPr lang="ko-KR" altLang="en-US" sz="1600" dirty="0"/>
              <a:t>신선도</a:t>
            </a:r>
            <a:r>
              <a:rPr lang="en-US" altLang="ko-KR" sz="1600" dirty="0"/>
              <a:t>, </a:t>
            </a:r>
            <a:r>
              <a:rPr lang="ko-KR" altLang="en-US" sz="1600" dirty="0"/>
              <a:t>양</a:t>
            </a:r>
            <a:r>
              <a:rPr lang="en-US" altLang="ko-KR" sz="1600" dirty="0"/>
              <a:t>, </a:t>
            </a:r>
            <a:r>
              <a:rPr lang="ko-KR" altLang="en-US" sz="1600" dirty="0"/>
              <a:t>종류</a:t>
            </a:r>
            <a:r>
              <a:rPr lang="en-US" altLang="ko-KR" sz="1600" dirty="0"/>
              <a:t>)</a:t>
            </a:r>
            <a:r>
              <a:rPr lang="ko-KR" altLang="en-US" sz="1600" dirty="0"/>
              <a:t>를 꼼꼼히 살피는 것</a:t>
            </a:r>
            <a:endParaRPr lang="en-US" altLang="ko-KR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/>
              <a:t>gemini</a:t>
            </a:r>
            <a:r>
              <a:rPr lang="ko-KR" altLang="en-US" sz="1600" dirty="0"/>
              <a:t> </a:t>
            </a:r>
            <a:r>
              <a:rPr lang="en-US" altLang="ko-KR" sz="1600" dirty="0"/>
              <a:t>canvas</a:t>
            </a:r>
            <a:r>
              <a:rPr lang="ko-KR" altLang="en-US" sz="1600" dirty="0"/>
              <a:t> 기능을 사용하여 보고서 작성하라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340768"/>
            <a:ext cx="10179874" cy="45365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922264-2A14-D40B-7A1A-EC319C22BF79}"/>
              </a:ext>
            </a:extLst>
          </p:cNvPr>
          <p:cNvSpPr txBox="1"/>
          <p:nvPr/>
        </p:nvSpPr>
        <p:spPr>
          <a:xfrm>
            <a:off x="117748" y="260648"/>
            <a:ext cx="11665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3600" b="1" dirty="0"/>
              <a:t>심층 </a:t>
            </a:r>
            <a:r>
              <a:rPr lang="ko-KR" altLang="en-US" sz="2400" b="1" dirty="0"/>
              <a:t>보고서작성 제출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348</TotalTime>
  <Words>729</Words>
  <Application>Microsoft Office PowerPoint</Application>
  <PresentationFormat>사용자 지정</PresentationFormat>
  <Paragraphs>164</Paragraphs>
  <Slides>38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9" baseType="lpstr">
      <vt:lpstr>Apple SD Gothic Neo</vt:lpstr>
      <vt:lpstr>맑은 고딕</vt:lpstr>
      <vt:lpstr>맑은 고딕 Semilight</vt:lpstr>
      <vt:lpstr>휴먼모음T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19</cp:revision>
  <dcterms:created xsi:type="dcterms:W3CDTF">2024-06-03T06:10:16Z</dcterms:created>
  <dcterms:modified xsi:type="dcterms:W3CDTF">2026-03-13T22:50:35Z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