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8"/>
  </p:notesMasterIdLst>
  <p:handoutMasterIdLst>
    <p:handoutMasterId r:id="rId49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8" r:id="rId42"/>
    <p:sldId id="310" r:id="rId43"/>
    <p:sldId id="311" r:id="rId44"/>
    <p:sldId id="312" r:id="rId45"/>
    <p:sldId id="309" r:id="rId46"/>
    <p:sldId id="307" r:id="rId4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>
        <p:scale>
          <a:sx n="100" d="100"/>
          <a:sy n="100" d="100"/>
        </p:scale>
        <p:origin x="307" y="-317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165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seaborn.pydata.org/examples/multiple_bivariate_kd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hyperlink" Target="https://informationisbeautiful.net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25" y="3540681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473342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352144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954" y="2490796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863589" y="6075145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1, 2, 3, 4, 5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177281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177281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8EFD0E-4783-C6CA-E610-AAA578315B5F}"/>
              </a:ext>
            </a:extLst>
          </p:cNvPr>
          <p:cNvSpPr txBox="1"/>
          <p:nvPr/>
        </p:nvSpPr>
        <p:spPr>
          <a:xfrm>
            <a:off x="1172929" y="206810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2</a:t>
            </a:r>
            <a:r>
              <a:rPr lang="ko-KR" altLang="en-US" dirty="0"/>
              <a:t>일 경우 어디에 속하는지 수자로</a:t>
            </a:r>
            <a:r>
              <a:rPr lang="en-US" altLang="ko-KR" dirty="0"/>
              <a:t>, </a:t>
            </a:r>
            <a:r>
              <a:rPr lang="ko-KR" altLang="en-US" dirty="0"/>
              <a:t>확률로 제시할 수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7369919" y="5507325"/>
            <a:ext cx="481890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100" dirty="0" err="1"/>
              <a:t>러그</a:t>
            </a:r>
            <a:r>
              <a:rPr lang="ko-KR" altLang="en-US" sz="1100" dirty="0"/>
              <a:t> 플롯</a:t>
            </a:r>
            <a:r>
              <a:rPr lang="en-US" altLang="ko-KR" sz="1100" dirty="0"/>
              <a:t>(Rug Plot) : 2</a:t>
            </a:r>
            <a:r>
              <a:rPr lang="ko-KR" altLang="en-US" sz="1100" dirty="0"/>
              <a:t>차원 공간</a:t>
            </a:r>
            <a:r>
              <a:rPr lang="en-US" altLang="ko-KR" sz="1100" dirty="0"/>
              <a:t>(X, Y)</a:t>
            </a:r>
            <a:r>
              <a:rPr lang="ko-KR" altLang="en-US" sz="1100" dirty="0"/>
              <a:t>에 흩어져 있는 점들을 </a:t>
            </a:r>
            <a:r>
              <a:rPr lang="en-US" altLang="ko-KR" sz="1100" dirty="0"/>
              <a:t>Y</a:t>
            </a:r>
            <a:r>
              <a:rPr lang="ko-KR" altLang="en-US" sz="1100" dirty="0"/>
              <a:t>축 값을 무시하고 </a:t>
            </a:r>
            <a:r>
              <a:rPr lang="en-US" altLang="ko-KR" sz="1100" dirty="0"/>
              <a:t>X</a:t>
            </a:r>
            <a:r>
              <a:rPr lang="ko-KR" altLang="en-US" sz="1100" dirty="0"/>
              <a:t>축 바닥으로 뚝 떨어뜨려</a:t>
            </a:r>
            <a:r>
              <a:rPr lang="en-US" altLang="ko-KR" sz="1100" dirty="0"/>
              <a:t>(</a:t>
            </a:r>
            <a:r>
              <a:rPr lang="ko-KR" altLang="en-US" sz="1100" dirty="0"/>
              <a:t>투영시켜</a:t>
            </a:r>
            <a:r>
              <a:rPr lang="en-US" altLang="ko-KR" sz="1100" dirty="0"/>
              <a:t>), </a:t>
            </a:r>
            <a:r>
              <a:rPr lang="ko-KR" altLang="en-US" sz="11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391</TotalTime>
  <Words>1035</Words>
  <Application>Microsoft Office PowerPoint</Application>
  <PresentationFormat>사용자 지정</PresentationFormat>
  <Paragraphs>200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5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24</cp:revision>
  <dcterms:created xsi:type="dcterms:W3CDTF">2024-06-03T06:10:16Z</dcterms:created>
  <dcterms:modified xsi:type="dcterms:W3CDTF">2026-03-16T21:24:34Z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